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charts/chart5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55" r:id="rId3"/>
    <p:sldId id="310" r:id="rId4"/>
    <p:sldId id="356" r:id="rId5"/>
    <p:sldId id="369" r:id="rId6"/>
    <p:sldId id="308" r:id="rId7"/>
    <p:sldId id="370" r:id="rId8"/>
    <p:sldId id="371" r:id="rId9"/>
    <p:sldId id="357" r:id="rId10"/>
    <p:sldId id="360" r:id="rId11"/>
    <p:sldId id="328" r:id="rId12"/>
    <p:sldId id="352" r:id="rId13"/>
    <p:sldId id="339" r:id="rId14"/>
    <p:sldId id="257" r:id="rId15"/>
    <p:sldId id="316" r:id="rId16"/>
    <p:sldId id="258" r:id="rId17"/>
    <p:sldId id="265" r:id="rId18"/>
    <p:sldId id="266" r:id="rId19"/>
    <p:sldId id="260" r:id="rId20"/>
    <p:sldId id="350" r:id="rId21"/>
    <p:sldId id="353" r:id="rId22"/>
    <p:sldId id="365" r:id="rId23"/>
    <p:sldId id="366" r:id="rId24"/>
    <p:sldId id="367" r:id="rId25"/>
    <p:sldId id="318" r:id="rId26"/>
    <p:sldId id="344" r:id="rId27"/>
    <p:sldId id="292" r:id="rId28"/>
    <p:sldId id="372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5E1AABE-2943-4BC8-8051-3CE051BBA32B}">
          <p14:sldIdLst>
            <p14:sldId id="256"/>
            <p14:sldId id="355"/>
            <p14:sldId id="310"/>
            <p14:sldId id="356"/>
            <p14:sldId id="369"/>
          </p14:sldIdLst>
        </p14:section>
        <p14:section name="Custo" id="{9B5B9584-C5C0-43B5-A245-6105A7AAA576}">
          <p14:sldIdLst>
            <p14:sldId id="308"/>
            <p14:sldId id="370"/>
            <p14:sldId id="371"/>
          </p14:sldIdLst>
        </p14:section>
        <p14:section name="Conversão" id="{28E8A846-3DC7-4D7B-9822-9417F8BC3C59}">
          <p14:sldIdLst>
            <p14:sldId id="357"/>
            <p14:sldId id="360"/>
            <p14:sldId id="328"/>
            <p14:sldId id="352"/>
            <p14:sldId id="339"/>
            <p14:sldId id="257"/>
            <p14:sldId id="316"/>
            <p14:sldId id="258"/>
            <p14:sldId id="265"/>
            <p14:sldId id="266"/>
            <p14:sldId id="260"/>
            <p14:sldId id="350"/>
            <p14:sldId id="353"/>
            <p14:sldId id="365"/>
            <p14:sldId id="366"/>
            <p14:sldId id="367"/>
            <p14:sldId id="318"/>
            <p14:sldId id="344"/>
            <p14:sldId id="292"/>
            <p14:sldId id="372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AED8681-F7E5-B029-9705-6FB2B904EC99}" name="Leandro Gonçalves" initials="" userId="S::leandro.goncalves@familhao.digital::578cc53e-aa0b-4192-88b6-20b6bcf180fe" providerId="AD"/>
  <p188:author id="{B965D49B-AB3D-42AD-22BC-AFAA31F4BF12}" name="Glaucia Rodrigues Sirqueira Santana" initials="GS" userId="S::glaucia.santana@familhao.com::eebfcaa3-e44f-47f6-b3c0-232e5f3eb635" providerId="AD"/>
  <p188:author id="{9BBBEAD6-C3CC-EAAB-6498-EDDF3F135D60}" name="Jaqueline Ferreira da Silva" initials="" userId="S::jaqueline.silva@familhao.com::c7573636-970e-47b2-8843-e7d10b01366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D4D"/>
    <a:srgbClr val="E15E5F"/>
    <a:srgbClr val="DD3031"/>
    <a:srgbClr val="E15354"/>
    <a:srgbClr val="FFFFFF"/>
    <a:srgbClr val="EA580C"/>
    <a:srgbClr val="FFFEFE"/>
    <a:srgbClr val="F47070"/>
    <a:srgbClr val="DF3535"/>
    <a:srgbClr val="4E8C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9BEDB6-2DE7-929D-1E07-F9FC27270D79}" v="128" dt="2026-06-20T22:31:02.995"/>
    <p1510:client id="{A15BC151-B963-CEC1-5B44-795783FC9EB8}" v="53" dt="2026-06-21T17:29:0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Planejado</c:v>
                </c:pt>
              </c:strCache>
            </c:strRef>
          </c:tx>
          <c:spPr>
            <a:solidFill>
              <a:srgbClr val="7030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5"/>
                <c:pt idx="0">
                  <c:v>Front</c:v>
                </c:pt>
                <c:pt idx="1">
                  <c:v>Back</c:v>
                </c:pt>
                <c:pt idx="2">
                  <c:v>TL</c:v>
                </c:pt>
                <c:pt idx="3">
                  <c:v>QA</c:v>
                </c:pt>
                <c:pt idx="4">
                  <c:v>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5"/>
                <c:pt idx="0">
                  <c:v>20</c:v>
                </c:pt>
                <c:pt idx="1">
                  <c:v>54</c:v>
                </c:pt>
                <c:pt idx="2">
                  <c:v>20</c:v>
                </c:pt>
                <c:pt idx="3">
                  <c:v>30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F6-4110-A3B9-2B966E196B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6ECBB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5"/>
                <c:pt idx="0">
                  <c:v>Front</c:v>
                </c:pt>
                <c:pt idx="1">
                  <c:v>Back</c:v>
                </c:pt>
                <c:pt idx="2">
                  <c:v>TL</c:v>
                </c:pt>
                <c:pt idx="3">
                  <c:v>QA</c:v>
                </c:pt>
                <c:pt idx="4">
                  <c:v>SM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5"/>
                <c:pt idx="0">
                  <c:v>23</c:v>
                </c:pt>
                <c:pt idx="1">
                  <c:v>86</c:v>
                </c:pt>
                <c:pt idx="2">
                  <c:v>48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F6-4110-A3B9-2B966E196B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2F2F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Planejado</c:v>
                </c:pt>
              </c:strCache>
            </c:strRef>
          </c:tx>
          <c:spPr>
            <a:solidFill>
              <a:srgbClr val="7030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5"/>
                <c:pt idx="0">
                  <c:v>Front</c:v>
                </c:pt>
                <c:pt idx="1">
                  <c:v>Back</c:v>
                </c:pt>
                <c:pt idx="2">
                  <c:v>TL</c:v>
                </c:pt>
                <c:pt idx="3">
                  <c:v>QA</c:v>
                </c:pt>
                <c:pt idx="4">
                  <c:v>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5"/>
                <c:pt idx="0">
                  <c:v>20</c:v>
                </c:pt>
                <c:pt idx="1">
                  <c:v>180</c:v>
                </c:pt>
                <c:pt idx="2">
                  <c:v>68</c:v>
                </c:pt>
                <c:pt idx="3">
                  <c:v>72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FC-40FB-BD1D-429600112A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6ECBB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5"/>
                <c:pt idx="0">
                  <c:v>Front</c:v>
                </c:pt>
                <c:pt idx="1">
                  <c:v>Back</c:v>
                </c:pt>
                <c:pt idx="2">
                  <c:v>TL</c:v>
                </c:pt>
                <c:pt idx="3">
                  <c:v>QA</c:v>
                </c:pt>
                <c:pt idx="4">
                  <c:v>SM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5"/>
                <c:pt idx="0">
                  <c:v>30</c:v>
                </c:pt>
                <c:pt idx="1">
                  <c:v>199</c:v>
                </c:pt>
                <c:pt idx="2">
                  <c:v>78</c:v>
                </c:pt>
                <c:pt idx="3">
                  <c:v>103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FC-40FB-BD1D-429600112A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2F2F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Planejado</c:v>
                </c:pt>
              </c:strCache>
            </c:strRef>
          </c:tx>
          <c:spPr>
            <a:solidFill>
              <a:srgbClr val="7030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5"/>
                <c:pt idx="0">
                  <c:v>Front</c:v>
                </c:pt>
                <c:pt idx="1">
                  <c:v>Back</c:v>
                </c:pt>
                <c:pt idx="2">
                  <c:v>TL</c:v>
                </c:pt>
                <c:pt idx="3">
                  <c:v>QA</c:v>
                </c:pt>
                <c:pt idx="4">
                  <c:v>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5"/>
                <c:pt idx="0">
                  <c:v>10</c:v>
                </c:pt>
                <c:pt idx="1">
                  <c:v>60</c:v>
                </c:pt>
                <c:pt idx="2">
                  <c:v>0</c:v>
                </c:pt>
                <c:pt idx="3">
                  <c:v>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66-44ED-AE37-3010C20CD4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6ECBB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5"/>
                <c:pt idx="0">
                  <c:v>Front</c:v>
                </c:pt>
                <c:pt idx="1">
                  <c:v>Back</c:v>
                </c:pt>
                <c:pt idx="2">
                  <c:v>TL</c:v>
                </c:pt>
                <c:pt idx="3">
                  <c:v>QA</c:v>
                </c:pt>
                <c:pt idx="4">
                  <c:v>SM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5"/>
                <c:pt idx="0">
                  <c:v>10</c:v>
                </c:pt>
                <c:pt idx="1">
                  <c:v>60</c:v>
                </c:pt>
                <c:pt idx="2">
                  <c:v>0</c:v>
                </c:pt>
                <c:pt idx="3">
                  <c:v>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66-44ED-AE37-3010C20CD4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2F2F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Retrabalho (h)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Front</c:v>
                </c:pt>
                <c:pt idx="1">
                  <c:v>Back</c:v>
                </c:pt>
                <c:pt idx="2">
                  <c:v>TL</c:v>
                </c:pt>
                <c:pt idx="3">
                  <c:v>QA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42</c:v>
                </c:pt>
                <c:pt idx="2">
                  <c:v>0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09-4BF3-9475-AE12401129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600"/>
        <c:axId val="2094734601"/>
      </c:barChart>
      <c:catAx>
        <c:axId val="20947346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000" b="0">
                <a:solidFill>
                  <a:srgbClr val="404040"/>
                </a:solidFill>
                <a:latin typeface="Arial"/>
              </a:defRPr>
            </a:pPr>
            <a:endParaRPr lang="pt-BR"/>
          </a:p>
        </c:txPr>
        <c:crossAx val="2094734601"/>
        <c:crosses val="autoZero"/>
        <c:auto val="1"/>
        <c:lblAlgn val="ctr"/>
        <c:lblOffset val="100"/>
        <c:noMultiLvlLbl val="0"/>
      </c:catAx>
      <c:valAx>
        <c:axId val="2094734601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000" b="0">
                <a:solidFill>
                  <a:srgbClr val="404040"/>
                </a:solidFill>
                <a:latin typeface="Arial"/>
              </a:defRPr>
            </a:pPr>
            <a:endParaRPr lang="pt-BR"/>
          </a:p>
        </c:txPr>
        <c:crossAx val="2094734600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000" b="0">
              <a:solidFill>
                <a:srgbClr val="404040"/>
              </a:solidFill>
              <a:latin typeface="Arial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  <a:effectLst/>
  </c:spPr>
  <c:txPr>
    <a:bodyPr/>
    <a:lstStyle/>
    <a:p>
      <a:pPr>
        <a:defRPr/>
      </a:pPr>
      <a:endParaRPr lang="pt-BR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Sobreaviso (h)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TL</c:v>
                </c:pt>
                <c:pt idx="1">
                  <c:v>Back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43.3</c:v>
                </c:pt>
                <c:pt idx="1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2A-49ED-A866-6E6491AF0C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600"/>
        <c:axId val="2094734601"/>
      </c:barChart>
      <c:catAx>
        <c:axId val="20947346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000" b="0">
                <a:solidFill>
                  <a:srgbClr val="404040"/>
                </a:solidFill>
                <a:latin typeface="Arial"/>
              </a:defRPr>
            </a:pPr>
            <a:endParaRPr lang="pt-BR"/>
          </a:p>
        </c:txPr>
        <c:crossAx val="2094734601"/>
        <c:crosses val="autoZero"/>
        <c:auto val="1"/>
        <c:lblAlgn val="ctr"/>
        <c:lblOffset val="100"/>
        <c:noMultiLvlLbl val="0"/>
      </c:catAx>
      <c:valAx>
        <c:axId val="2094734601"/>
        <c:scaling>
          <c:orientation val="minMax"/>
        </c:scaling>
        <c:delete val="0"/>
        <c:axPos val="l"/>
        <c:numFmt formatCode="#,##0.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000" b="0">
                <a:solidFill>
                  <a:srgbClr val="404040"/>
                </a:solidFill>
                <a:latin typeface="Arial"/>
              </a:defRPr>
            </a:pPr>
            <a:endParaRPr lang="pt-BR"/>
          </a:p>
        </c:txPr>
        <c:crossAx val="2094734600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000" b="0">
              <a:solidFill>
                <a:srgbClr val="404040"/>
              </a:solidFill>
              <a:latin typeface="Arial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  <a:effectLst/>
  </c:spPr>
  <c:txPr>
    <a:bodyPr/>
    <a:lstStyle/>
    <a:p>
      <a:pPr>
        <a:defRPr/>
      </a:pPr>
      <a:endParaRPr lang="pt-BR"/>
    </a:p>
  </c:txPr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33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14E5A-77B7-D700-3804-F3B889BFF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8C4CF-28A6-2CF9-6785-38EAF5DD6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AE838-DC6E-840E-B519-CD2D07F17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D3F3A-CDC9-0FB1-5DC5-F807D592AE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66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6D270-ED74-17F1-0AE0-EC318B23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2169B-D228-F1E0-D730-B9ABD095F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ACA2B-27EA-3AB7-F155-01584F28F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38636-5676-C6DB-67E4-94C2DA7449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34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4BF1E-7347-9E40-8793-19D56B534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EC355-A18B-44E4-F473-351CEAFFF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002B1-AF79-6625-E295-17CD68EFA76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A09AADF6-37F0-44D9-84F1-BB57BABDFD68}" type="slidenum">
              <a:t>5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73CF5-4246-6BFC-DE51-A76649C86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F9D4E-D12E-7612-0467-C57797199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AC1AA-F221-6B10-FA00-786D01998DC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8E7D07A0-CA2D-4D68-AC29-79917C3F7A3B}" type="slidenum">
              <a:t>7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A941E-82FB-D393-5B2F-A9B6F8BC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051FB-93E6-68BA-D0BF-05C4F2025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611D3-B6BA-7EE2-68E5-04B4695EE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8E8B0-EDFC-AEB1-2163-956396F7094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8E7D07A0-CA2D-4D68-AC29-79917C3F7A3B}" type="slidenum">
              <a:t>8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71679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0077A-1007-B499-6AA5-588ECF85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EDE0F-326B-CCB8-474D-FBF24C5D9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1589A-C7A2-FAFD-A733-44B533413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69B46-29A9-E0ED-9973-A326FC471E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5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3F51-E48C-87F1-E5A1-36DBDCB10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A22C9-E4D5-FD5B-E875-6EDF1D338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1C79A-7701-43A7-7716-0F394DA91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92F7D-C6F8-EA1E-65A4-D1DFC3F66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831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91623-1937-4745-B8ED-75A275ABB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C54E8B-3763-F73A-3D64-9DAF5870D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D1436-E6C2-3A50-1CB9-F5B80B083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75684-56E9-43AA-E261-4E9182398E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68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CB06-A3BB-EFDD-667E-2137A836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CDA9B-842E-DB99-7A49-6F5A022DF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5C30B-3AD9-80C6-18C8-B7EE91902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EF3D9-25C6-B3E4-DFCF-69E57D9FA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12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55C1F-6FD6-4950-8459-1D4B26A7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0167D-AD74-35A4-7322-8FDBA5388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01EF0-F873-CCE2-BE79-C85EC9F15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C57AA-AE1C-35E4-20CD-C55BAC558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451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8F8F1-467B-AC70-6720-A1B53D3D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48012-2C87-4C93-0DB2-D76F84422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32992-33F9-BE6E-5CDE-5B1B87652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59F91-82E0-C5C4-3A61-8FA23E939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082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F295E-D3D5-6C9B-223B-A67084E64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AA3D0-8436-DFCF-B542-D827E7576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EDCD7-00D3-99D8-5EB0-10D3762E6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85154-5552-564F-8331-0CF6E2FD7AD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70220CDB-2D1B-4C58-813F-078B8AFB4F65}" type="slidenum">
              <a:t>22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70527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6E460-3E97-565A-22C0-270407A96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C254C-1B55-E243-790E-2EBF64C48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DA095-D485-246B-BCBD-A781DCDE582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70220CDB-2D1B-4C58-813F-078B8AFB4F65}" type="slidenum">
              <a:t>23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459CB-CE5A-FD45-E9D0-12DEF53A8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8E29C-156B-A359-60AF-92C2DE8D3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172E1-13D1-A042-8A74-A11C632D96A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FF576527-F2C6-4276-B029-54CD07174392}" type="slidenum">
              <a:t>24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A18DE-8D0D-CB3F-258E-D2226646A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3BEFF-E10F-8C6D-7A58-976AC8648A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BCA0E-9071-118C-BF5B-CF234F00B8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3590953C-39F5-4B3C-A797-BB1E6E244BC5}" type="slidenum">
              <a:t>28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9463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hyperlink" Target="https://dev.azure.com/grupoltm/Produto%20Familh%C3%A3o/_wiki/wikis/Produto-Familh%C3%A3o.wiki/14159/EventConfigurati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milhao_Imagem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1A0030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/home/claude/familhao_Imagem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"/>
            <a:ext cx="3200400" cy="84124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645920"/>
            <a:ext cx="1828800" cy="45720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2"/>
          <p:cNvSpPr/>
          <p:nvPr/>
        </p:nvSpPr>
        <p:spPr>
          <a:xfrm>
            <a:off x="548640" y="1645920"/>
            <a:ext cx="1828800" cy="493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7030A0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SPRINT </a:t>
            </a:r>
            <a:r>
              <a:rPr lang="en-US" sz="1300" b="1">
                <a:solidFill>
                  <a:srgbClr val="7030A0"/>
                </a:solidFill>
                <a:latin typeface="Montserrat"/>
              </a:rPr>
              <a:t>#24</a:t>
            </a:r>
            <a:endParaRPr lang="en-US" sz="1300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7" name="Text 3"/>
          <p:cNvSpPr/>
          <p:nvPr/>
        </p:nvSpPr>
        <p:spPr>
          <a:xfrm>
            <a:off x="500260" y="2158275"/>
            <a:ext cx="6068421" cy="2291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Raio X Sprint 24</a:t>
            </a:r>
            <a:endParaRPr lang="en-US" sz="5400"/>
          </a:p>
        </p:txBody>
      </p:sp>
      <p:sp>
        <p:nvSpPr>
          <p:cNvPr id="8" name="Text 4"/>
          <p:cNvSpPr/>
          <p:nvPr/>
        </p:nvSpPr>
        <p:spPr>
          <a:xfrm>
            <a:off x="548640" y="44805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Fechamento · Métricas · Aprendizados</a:t>
            </a:r>
            <a:endParaRPr lang="en-US" sz="1800"/>
          </a:p>
        </p:txBody>
      </p:sp>
      <p:sp>
        <p:nvSpPr>
          <p:cNvPr id="9" name="Shape 5"/>
          <p:cNvSpPr/>
          <p:nvPr/>
        </p:nvSpPr>
        <p:spPr>
          <a:xfrm>
            <a:off x="548640" y="5006461"/>
            <a:ext cx="3193626" cy="795866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4864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300" err="1">
                <a:solidFill>
                  <a:srgbClr val="FFFFFF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Período</a:t>
            </a:r>
            <a:r>
              <a:rPr lang="en-US" sz="1300">
                <a:solidFill>
                  <a:srgbClr val="FFFFFF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: </a:t>
            </a:r>
            <a:r>
              <a:rPr lang="en-US" sz="1300">
                <a:solidFill>
                  <a:srgbClr val="FFFFFF"/>
                </a:solidFill>
                <a:latin typeface="Century Gothic"/>
                <a:ea typeface="Calibri"/>
                <a:cs typeface="Calibri"/>
              </a:rPr>
              <a:t>Sprint 24 - 19/05  – 01/06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76069" y="5891106"/>
            <a:ext cx="4572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6ECBBF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 xml:space="preserve">Squad:  </a:t>
            </a:r>
            <a:r>
              <a:rPr lang="en-US" sz="1400" err="1">
                <a:solidFill>
                  <a:srgbClr val="6ECBBF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Conversão</a:t>
            </a:r>
            <a:endParaRPr lang="en-US" sz="1400" err="1">
              <a:latin typeface="Century Gothic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71CB1CF-6AC7-E559-3E09-ED2828E3ED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787D-4EF0-FA7A-6785-85365FA6E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559D25-F111-C3F2-9A34-DDE13F103EE6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65C7B9-A4AE-E1A5-D57A-62F291C4CEA7}"/>
              </a:ext>
            </a:extLst>
          </p:cNvPr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9F710B-E488-396F-4195-D494ED97F259}"/>
              </a:ext>
            </a:extLst>
          </p:cNvPr>
          <p:cNvSpPr/>
          <p:nvPr/>
        </p:nvSpPr>
        <p:spPr>
          <a:xfrm>
            <a:off x="45720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DOD vs. </a:t>
            </a:r>
            <a:r>
              <a:rPr lang="en-US" sz="2400" b="1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Entregas</a:t>
            </a:r>
            <a:r>
              <a:rPr lang="en-US" sz="2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 #24</a:t>
            </a:r>
            <a:endParaRPr lang="en-US" sz="2400"/>
          </a:p>
        </p:txBody>
      </p:sp>
      <p:pic>
        <p:nvPicPr>
          <p:cNvPr id="5" name="Image 0" descr="/home/claude/familhao_Imagem_6.png">
            <a:extLst>
              <a:ext uri="{FF2B5EF4-FFF2-40B4-BE49-F238E27FC236}">
                <a16:creationId xmlns:a16="http://schemas.microsoft.com/office/drawing/2014/main" id="{7EDF1596-DC30-6E10-9821-D49F2917E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165514E5-0440-E001-9B1E-308C34C416CB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C3964E7-563D-1D70-6D39-8152F9E996EB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Sprint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/>
              </a:rPr>
              <a:t>#24</a:t>
            </a:r>
            <a:endParaRPr lang="en-US" sz="9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F2674F6-A5B3-A006-7322-08138B1085A2}"/>
              </a:ext>
            </a:extLst>
          </p:cNvPr>
          <p:cNvSpPr/>
          <p:nvPr/>
        </p:nvSpPr>
        <p:spPr>
          <a:xfrm>
            <a:off x="457200" y="11430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3388C65-219D-6BC8-72AC-B4DDAD0E7567}"/>
              </a:ext>
            </a:extLst>
          </p:cNvPr>
          <p:cNvSpPr/>
          <p:nvPr/>
        </p:nvSpPr>
        <p:spPr>
          <a:xfrm>
            <a:off x="457200" y="1143000"/>
            <a:ext cx="260604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B767C8F-F0BF-68F5-EC81-B13BD8F92FB2}"/>
              </a:ext>
            </a:extLst>
          </p:cNvPr>
          <p:cNvSpPr/>
          <p:nvPr/>
        </p:nvSpPr>
        <p:spPr>
          <a:xfrm>
            <a:off x="548640" y="12344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Definition of Done</a:t>
            </a:r>
            <a:endParaRPr lang="en-US" sz="11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18607E9-7B2F-2CB5-BC9F-CF2BB5769355}"/>
              </a:ext>
            </a:extLst>
          </p:cNvPr>
          <p:cNvSpPr/>
          <p:nvPr/>
        </p:nvSpPr>
        <p:spPr>
          <a:xfrm>
            <a:off x="548640" y="1645920"/>
            <a:ext cx="242316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C0"/>
                </a:solidFill>
                <a:latin typeface="Montserrat"/>
              </a:rPr>
              <a:t>8</a:t>
            </a: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F9B1AD5E-2C00-DD26-A918-C4A70D61A81F}"/>
              </a:ext>
            </a:extLst>
          </p:cNvPr>
          <p:cNvSpPr/>
          <p:nvPr/>
        </p:nvSpPr>
        <p:spPr>
          <a:xfrm>
            <a:off x="611777" y="276148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Entregas Realizadas</a:t>
            </a:r>
            <a:endParaRPr lang="en-US" sz="1300"/>
          </a:p>
        </p:txBody>
      </p:sp>
      <p:graphicFrame>
        <p:nvGraphicFramePr>
          <p:cNvPr id="40" name="Table 0">
            <a:extLst>
              <a:ext uri="{FF2B5EF4-FFF2-40B4-BE49-F238E27FC236}">
                <a16:creationId xmlns:a16="http://schemas.microsoft.com/office/drawing/2014/main" id="{AFA5CA1E-778E-A2CC-C470-A308AE5FD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9110"/>
              </p:ext>
            </p:extLst>
          </p:nvPr>
        </p:nvGraphicFramePr>
        <p:xfrm>
          <a:off x="616857" y="3132666"/>
          <a:ext cx="5943600" cy="352711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 xml:space="preserve">Card / </a:t>
                      </a:r>
                      <a:r>
                        <a:rPr lang="en-US" sz="1100" b="1" err="1">
                          <a:solidFill>
                            <a:srgbClr val="FFFFFF"/>
                          </a:solidFill>
                        </a:rPr>
                        <a:t>Tarefa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DOD?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 xml:space="preserve">Adaptação na home e </a:t>
                      </a:r>
                      <a:r>
                        <a:rPr lang="pt-BR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>LP's</a:t>
                      </a: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 xml:space="preserve"> [Virginia]</a:t>
                      </a:r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Done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 xml:space="preserve">Análise de logs do </a:t>
                      </a:r>
                      <a:r>
                        <a:rPr lang="pt-B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instana</a:t>
                      </a:r>
                      <a:endParaRPr lang="pt-BR" sz="10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Done​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✔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 xml:space="preserve">Ajuste </a:t>
                      </a:r>
                      <a:r>
                        <a:rPr lang="pt-BR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>LP's</a:t>
                      </a: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 xml:space="preserve"> Virginia</a:t>
                      </a:r>
                      <a:endParaRPr lang="pt-B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Done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pt-BR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>Mock</a:t>
                      </a: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 xml:space="preserve"> de login - </a:t>
                      </a:r>
                      <a:r>
                        <a:rPr lang="pt-BR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>dev</a:t>
                      </a: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pt-BR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>hml</a:t>
                      </a:r>
                      <a:endParaRPr lang="pt-B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100" dirty="0" err="1"/>
                        <a:t>Done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 xml:space="preserve">[TESTE PERFORMANCE] </a:t>
                      </a:r>
                      <a:r>
                        <a:rPr lang="pt-BR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>Load</a:t>
                      </a: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 xml:space="preserve"> </a:t>
                      </a:r>
                      <a:r>
                        <a:rPr lang="pt-BR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>Testing</a:t>
                      </a: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 xml:space="preserve"> &amp; Stress Test</a:t>
                      </a:r>
                      <a:endParaRPr lang="pt-B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pt-BR" sz="1100" dirty="0" err="1"/>
                        <a:t>Done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>[Bug] correção /leads/</a:t>
                      </a:r>
                      <a:r>
                        <a:rPr lang="pt-BR" sz="10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9F8F7"/>
                          </a:highlight>
                          <a:latin typeface="+mn-lt"/>
                          <a:ea typeface="+mn-ea"/>
                          <a:cs typeface="+mn-cs"/>
                        </a:rPr>
                        <a:t>virginia</a:t>
                      </a:r>
                      <a:endParaRPr lang="en-US" sz="1000" b="0" i="0" u="none" strike="noStrike" noProof="0" dirty="0">
                        <a:solidFill>
                          <a:srgbClr val="323130"/>
                        </a:solidFill>
                        <a:highlight>
                          <a:srgbClr val="F9F8F7"/>
                        </a:highlight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Done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[Bug][FRONT] Ao acessar o </a:t>
                      </a:r>
                      <a:r>
                        <a:rPr lang="pt-BR" sz="1100" b="0" i="0" u="none" strike="noStrike" noProof="0" dirty="0" err="1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auth</a:t>
                      </a: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/</a:t>
                      </a:r>
                      <a:r>
                        <a:rPr lang="pt-BR" sz="1100" b="0" i="0" u="none" strike="noStrike" noProof="0" dirty="0" err="1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signin</a:t>
                      </a: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com a sessão autenticada, sistema não direciona para o </a:t>
                      </a:r>
                      <a:r>
                        <a:rPr lang="pt-BR" sz="1100" b="0" i="0" u="none" strike="noStrike" noProof="0" dirty="0" err="1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init-loading</a:t>
                      </a: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.</a:t>
                      </a:r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/>
                        <a:t>Done</a:t>
                      </a:r>
                      <a:endParaRPr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✔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95018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 xml:space="preserve">[Bug] Revisar </a:t>
                      </a:r>
                      <a:r>
                        <a:rPr lang="pt-B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redirects</a:t>
                      </a:r>
                      <a:r>
                        <a:rPr lang="pt-B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 xml:space="preserve"> para as LPs</a:t>
                      </a:r>
                      <a:endParaRPr lang="pt-BR" sz="10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/>
                        <a:t>Done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✔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841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566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93797-7288-017A-E499-5833EECDA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942595-2FAC-3E52-47BC-1E2E28D3BBF7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AFFA0AC-F054-359F-C8F5-CB1452A2FCFA}"/>
              </a:ext>
            </a:extLst>
          </p:cNvPr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ED3767-74D0-326E-8E36-82C88B7FBB39}"/>
              </a:ext>
            </a:extLst>
          </p:cNvPr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Montserrat"/>
              </a:rPr>
              <a:t>01</a:t>
            </a:r>
            <a:endParaRPr lang="en-US" sz="2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01C91A-E62F-73DC-12C2-B35D5CD3A66A}"/>
              </a:ext>
            </a:extLst>
          </p:cNvPr>
          <p:cNvSpPr/>
          <p:nvPr/>
        </p:nvSpPr>
        <p:spPr>
          <a:xfrm>
            <a:off x="1737360" y="20116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err="1">
                <a:solidFill>
                  <a:srgbClr val="FFFFFF"/>
                </a:solidFill>
                <a:latin typeface="Montserrat"/>
              </a:rPr>
              <a:t>Composição</a:t>
            </a:r>
            <a:r>
              <a:rPr lang="en-US" sz="3800" b="1">
                <a:solidFill>
                  <a:srgbClr val="FFFFFF"/>
                </a:solidFill>
                <a:latin typeface="Montserrat"/>
              </a:rPr>
              <a:t xml:space="preserve"> do Time &amp; </a:t>
            </a:r>
            <a:r>
              <a:rPr lang="en-US" sz="3800" b="1" err="1">
                <a:solidFill>
                  <a:srgbClr val="FFFFFF"/>
                </a:solidFill>
                <a:latin typeface="Montserrat"/>
              </a:rPr>
              <a:t>Capacidade</a:t>
            </a:r>
            <a:endParaRPr lang="en-US" sz="38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410F3DE-49D2-BF2C-DCC0-E26F3F88B513}"/>
              </a:ext>
            </a:extLst>
          </p:cNvPr>
          <p:cNvSpPr/>
          <p:nvPr/>
        </p:nvSpPr>
        <p:spPr>
          <a:xfrm>
            <a:off x="1737360" y="3063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Quem somos e quanto entregamos por Sprint</a:t>
            </a:r>
            <a:endParaRPr lang="en-US" sz="1400"/>
          </a:p>
        </p:txBody>
      </p:sp>
      <p:pic>
        <p:nvPicPr>
          <p:cNvPr id="7" name="Image 0" descr="/home/claude/familhao_Imagem_6.png">
            <a:extLst>
              <a:ext uri="{FF2B5EF4-FFF2-40B4-BE49-F238E27FC236}">
                <a16:creationId xmlns:a16="http://schemas.microsoft.com/office/drawing/2014/main" id="{21C85F3D-D782-21B0-D9DF-959DCB0D1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943600"/>
            <a:ext cx="173736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57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E136B-0DB0-0EDB-2978-ED4EC9850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85BFC5-EC2F-AF3B-A371-393CB2366AC3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FFAF1F4-9549-3477-7A62-9AF671F05398}"/>
              </a:ext>
            </a:extLst>
          </p:cNvPr>
          <p:cNvSpPr/>
          <p:nvPr/>
        </p:nvSpPr>
        <p:spPr>
          <a:xfrm>
            <a:off x="0" y="859536"/>
            <a:ext cx="12188952" cy="54864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D9CC29-946C-0925-C941-DB89E65B8914}"/>
              </a:ext>
            </a:extLst>
          </p:cNvPr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400" b="1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Composição</a:t>
            </a:r>
            <a:r>
              <a:rPr lang="en-US" sz="2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 do Time Original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B9F023-60C3-2E49-24F5-06BE2FAC231C}"/>
              </a:ext>
            </a:extLst>
          </p:cNvPr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Capacidade da Squad por Sprint</a:t>
            </a:r>
            <a:endParaRPr lang="en-US" sz="1100"/>
          </a:p>
        </p:txBody>
      </p:sp>
      <p:pic>
        <p:nvPicPr>
          <p:cNvPr id="6" name="Image 0" descr="/home/claude/familhao_Imagem_6.png">
            <a:extLst>
              <a:ext uri="{FF2B5EF4-FFF2-40B4-BE49-F238E27FC236}">
                <a16:creationId xmlns:a16="http://schemas.microsoft.com/office/drawing/2014/main" id="{CDD81694-5A5E-D29B-0B59-52B04E8A5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7531D351-D57E-0AF0-F72E-9870790F0744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4339127-BB8E-6E96-2511-4A4332460050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Sprint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#24</a:t>
            </a:r>
            <a:endParaRPr lang="en-US" sz="90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740DCBB-2B61-3BB1-DEC1-1769CF91E648}"/>
              </a:ext>
            </a:extLst>
          </p:cNvPr>
          <p:cNvSpPr/>
          <p:nvPr/>
        </p:nvSpPr>
        <p:spPr>
          <a:xfrm>
            <a:off x="6095999" y="1773936"/>
            <a:ext cx="45719" cy="379911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C190DC62-1CED-A6AF-0B42-C91E20DD1600}"/>
              </a:ext>
            </a:extLst>
          </p:cNvPr>
          <p:cNvSpPr/>
          <p:nvPr/>
        </p:nvSpPr>
        <p:spPr>
          <a:xfrm>
            <a:off x="6324600" y="177393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⏱  Capacidade por Sprint</a:t>
            </a:r>
            <a:endParaRPr lang="en-US" sz="130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2C809213-53DA-774C-A68A-2F4C543653A1}"/>
              </a:ext>
            </a:extLst>
          </p:cNvPr>
          <p:cNvSpPr/>
          <p:nvPr/>
        </p:nvSpPr>
        <p:spPr>
          <a:xfrm>
            <a:off x="6324600" y="2121408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F0ED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660A7BA2-9396-18E7-1EBA-1C6ABBCA04D5}"/>
              </a:ext>
            </a:extLst>
          </p:cNvPr>
          <p:cNvSpPr/>
          <p:nvPr/>
        </p:nvSpPr>
        <p:spPr>
          <a:xfrm>
            <a:off x="6416040" y="21214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Base de </a:t>
            </a:r>
            <a:r>
              <a:rPr lang="en-US" sz="1050" dirty="0" err="1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cálculo</a:t>
            </a: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:  6h </a:t>
            </a:r>
            <a:r>
              <a:rPr lang="en-US" sz="1050" dirty="0" err="1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úteis</a:t>
            </a: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/</a:t>
            </a:r>
            <a:r>
              <a:rPr lang="en-US" sz="1050" dirty="0" err="1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</a:t>
            </a: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 ×  09 </a:t>
            </a:r>
            <a:r>
              <a:rPr lang="en-US" sz="1050" dirty="0" err="1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dias</a:t>
            </a: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</a:t>
            </a:r>
            <a:r>
              <a:rPr lang="en-US" sz="1050" dirty="0" err="1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úteis</a:t>
            </a: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 =  54h </a:t>
            </a:r>
            <a:r>
              <a:rPr lang="en-US" sz="1050" dirty="0" err="1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</a:t>
            </a: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</a:t>
            </a:r>
            <a:r>
              <a:rPr lang="en-US" sz="1050" dirty="0" err="1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pessoa</a:t>
            </a: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</a:t>
            </a:r>
            <a:r>
              <a:rPr lang="en-US" sz="1050" dirty="0" err="1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</a:t>
            </a: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Sprint</a:t>
            </a:r>
            <a:endParaRPr lang="en-US" sz="1050" dirty="0"/>
          </a:p>
        </p:txBody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BA4D5CE7-EDE7-BCF5-0B55-0D4B3C17A540}"/>
              </a:ext>
            </a:extLst>
          </p:cNvPr>
          <p:cNvSpPr/>
          <p:nvPr/>
        </p:nvSpPr>
        <p:spPr>
          <a:xfrm>
            <a:off x="6324600" y="4261104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EA6976BA-A481-16FA-07B8-607CE628D8F9}"/>
              </a:ext>
            </a:extLst>
          </p:cNvPr>
          <p:cNvSpPr/>
          <p:nvPr/>
        </p:nvSpPr>
        <p:spPr>
          <a:xfrm>
            <a:off x="6416040" y="4261104"/>
            <a:ext cx="54864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>
                <a:solidFill>
                  <a:srgbClr val="6ECBBF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 xml:space="preserve">Total de horas/Sprint: </a:t>
            </a:r>
            <a:r>
              <a:rPr lang="en-US" sz="1600" b="1">
                <a:solidFill>
                  <a:srgbClr val="FFFFFF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 xml:space="preserve">153h </a:t>
            </a:r>
            <a:endParaRPr lang="en-US" sz="1000">
              <a:solidFill>
                <a:srgbClr val="C0A0DC"/>
              </a:solidFill>
              <a:latin typeface="Century Gothic"/>
            </a:endParaRPr>
          </a:p>
        </p:txBody>
      </p:sp>
      <p:sp>
        <p:nvSpPr>
          <p:cNvPr id="83" name="Text 6">
            <a:extLst>
              <a:ext uri="{FF2B5EF4-FFF2-40B4-BE49-F238E27FC236}">
                <a16:creationId xmlns:a16="http://schemas.microsoft.com/office/drawing/2014/main" id="{F420D772-BDDC-AF40-CDF9-FFB36D1F3E4B}"/>
              </a:ext>
            </a:extLst>
          </p:cNvPr>
          <p:cNvSpPr/>
          <p:nvPr/>
        </p:nvSpPr>
        <p:spPr>
          <a:xfrm>
            <a:off x="457200" y="24505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👥  Pessoas da Squad</a:t>
            </a:r>
            <a:endParaRPr lang="en-US" sz="1300"/>
          </a:p>
        </p:txBody>
      </p:sp>
      <p:sp>
        <p:nvSpPr>
          <p:cNvPr id="84" name="Shape 7">
            <a:extLst>
              <a:ext uri="{FF2B5EF4-FFF2-40B4-BE49-F238E27FC236}">
                <a16:creationId xmlns:a16="http://schemas.microsoft.com/office/drawing/2014/main" id="{96CE8AA1-1B7B-32FB-9110-C87EE5156B5B}"/>
              </a:ext>
            </a:extLst>
          </p:cNvPr>
          <p:cNvSpPr/>
          <p:nvPr/>
        </p:nvSpPr>
        <p:spPr>
          <a:xfrm>
            <a:off x="457200" y="2798064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5" name="Text 8">
            <a:extLst>
              <a:ext uri="{FF2B5EF4-FFF2-40B4-BE49-F238E27FC236}">
                <a16:creationId xmlns:a16="http://schemas.microsoft.com/office/drawing/2014/main" id="{33FC2FC4-9B73-4727-E457-8A4B624CB33C}"/>
              </a:ext>
            </a:extLst>
          </p:cNvPr>
          <p:cNvSpPr/>
          <p:nvPr/>
        </p:nvSpPr>
        <p:spPr>
          <a:xfrm>
            <a:off x="457200" y="2907792"/>
            <a:ext cx="1371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E80175D2-2F55-858A-8701-2F83E5C30B9A}"/>
              </a:ext>
            </a:extLst>
          </p:cNvPr>
          <p:cNvSpPr/>
          <p:nvPr/>
        </p:nvSpPr>
        <p:spPr>
          <a:xfrm>
            <a:off x="457200" y="354787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pessoas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 Squad</a:t>
            </a:r>
            <a:endParaRPr lang="en-US" sz="1000"/>
          </a:p>
        </p:txBody>
      </p:sp>
      <p:sp>
        <p:nvSpPr>
          <p:cNvPr id="87" name="Shape 10">
            <a:extLst>
              <a:ext uri="{FF2B5EF4-FFF2-40B4-BE49-F238E27FC236}">
                <a16:creationId xmlns:a16="http://schemas.microsoft.com/office/drawing/2014/main" id="{7EFF2FEF-D877-F0E2-230B-849C364DD51E}"/>
              </a:ext>
            </a:extLst>
          </p:cNvPr>
          <p:cNvSpPr/>
          <p:nvPr/>
        </p:nvSpPr>
        <p:spPr>
          <a:xfrm>
            <a:off x="2011680" y="2798064"/>
            <a:ext cx="548640" cy="1463040"/>
          </a:xfrm>
          <a:prstGeom prst="roundRect">
            <a:avLst>
              <a:gd name="adj" fmla="val 11111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9A71271C-2C01-BD96-A95F-63443EA06889}"/>
              </a:ext>
            </a:extLst>
          </p:cNvPr>
          <p:cNvSpPr/>
          <p:nvPr/>
        </p:nvSpPr>
        <p:spPr>
          <a:xfrm>
            <a:off x="2011680" y="296265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200"/>
          </a:p>
        </p:txBody>
      </p:sp>
      <p:sp>
        <p:nvSpPr>
          <p:cNvPr id="89" name="Text 12">
            <a:extLst>
              <a:ext uri="{FF2B5EF4-FFF2-40B4-BE49-F238E27FC236}">
                <a16:creationId xmlns:a16="http://schemas.microsoft.com/office/drawing/2014/main" id="{937E7533-AA6A-C52C-986D-46B6A2CAEDA6}"/>
              </a:ext>
            </a:extLst>
          </p:cNvPr>
          <p:cNvSpPr/>
          <p:nvPr/>
        </p:nvSpPr>
        <p:spPr>
          <a:xfrm>
            <a:off x="2011680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Front-end</a:t>
            </a:r>
            <a:endParaRPr lang="en-US" sz="850"/>
          </a:p>
        </p:txBody>
      </p:sp>
      <p:sp>
        <p:nvSpPr>
          <p:cNvPr id="90" name="Shape 13">
            <a:extLst>
              <a:ext uri="{FF2B5EF4-FFF2-40B4-BE49-F238E27FC236}">
                <a16:creationId xmlns:a16="http://schemas.microsoft.com/office/drawing/2014/main" id="{C00AB831-2078-CB59-42CF-8730B722430E}"/>
              </a:ext>
            </a:extLst>
          </p:cNvPr>
          <p:cNvSpPr/>
          <p:nvPr/>
        </p:nvSpPr>
        <p:spPr>
          <a:xfrm>
            <a:off x="2633472" y="2798064"/>
            <a:ext cx="548640" cy="1463040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1" name="Text 14">
            <a:extLst>
              <a:ext uri="{FF2B5EF4-FFF2-40B4-BE49-F238E27FC236}">
                <a16:creationId xmlns:a16="http://schemas.microsoft.com/office/drawing/2014/main" id="{C9F93667-284A-F253-947D-1C18B950ABD1}"/>
              </a:ext>
            </a:extLst>
          </p:cNvPr>
          <p:cNvSpPr/>
          <p:nvPr/>
        </p:nvSpPr>
        <p:spPr>
          <a:xfrm>
            <a:off x="2633472" y="2962656"/>
            <a:ext cx="5486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Montserrat"/>
              </a:rPr>
              <a:t>0</a:t>
            </a: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CAF4400B-272A-023D-AA54-527B3869D212}"/>
              </a:ext>
            </a:extLst>
          </p:cNvPr>
          <p:cNvSpPr/>
          <p:nvPr/>
        </p:nvSpPr>
        <p:spPr>
          <a:xfrm>
            <a:off x="2633472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Back-end</a:t>
            </a:r>
            <a:endParaRPr lang="en-US" sz="850"/>
          </a:p>
        </p:txBody>
      </p:sp>
      <p:sp>
        <p:nvSpPr>
          <p:cNvPr id="93" name="Shape 16">
            <a:extLst>
              <a:ext uri="{FF2B5EF4-FFF2-40B4-BE49-F238E27FC236}">
                <a16:creationId xmlns:a16="http://schemas.microsoft.com/office/drawing/2014/main" id="{6BFB0B24-FDA5-F27D-1B17-7497017856B3}"/>
              </a:ext>
            </a:extLst>
          </p:cNvPr>
          <p:cNvSpPr/>
          <p:nvPr/>
        </p:nvSpPr>
        <p:spPr>
          <a:xfrm>
            <a:off x="3255264" y="2798064"/>
            <a:ext cx="548640" cy="1463040"/>
          </a:xfrm>
          <a:prstGeom prst="roundRect">
            <a:avLst>
              <a:gd name="adj" fmla="val 11111"/>
            </a:avLst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9FF14B7D-977A-7684-6A00-C78590C3D855}"/>
              </a:ext>
            </a:extLst>
          </p:cNvPr>
          <p:cNvSpPr/>
          <p:nvPr/>
        </p:nvSpPr>
        <p:spPr>
          <a:xfrm>
            <a:off x="3255264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 Lead</a:t>
            </a:r>
            <a:endParaRPr lang="en-US" sz="850"/>
          </a:p>
        </p:txBody>
      </p:sp>
      <p:sp>
        <p:nvSpPr>
          <p:cNvPr id="96" name="Shape 19">
            <a:extLst>
              <a:ext uri="{FF2B5EF4-FFF2-40B4-BE49-F238E27FC236}">
                <a16:creationId xmlns:a16="http://schemas.microsoft.com/office/drawing/2014/main" id="{A1EAF039-A867-46C4-E6E7-BEB078F2105F}"/>
              </a:ext>
            </a:extLst>
          </p:cNvPr>
          <p:cNvSpPr/>
          <p:nvPr/>
        </p:nvSpPr>
        <p:spPr>
          <a:xfrm>
            <a:off x="3877056" y="2798064"/>
            <a:ext cx="548640" cy="1463040"/>
          </a:xfrm>
          <a:prstGeom prst="roundRect">
            <a:avLst>
              <a:gd name="adj" fmla="val 11111"/>
            </a:avLst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7" name="Text 20">
            <a:extLst>
              <a:ext uri="{FF2B5EF4-FFF2-40B4-BE49-F238E27FC236}">
                <a16:creationId xmlns:a16="http://schemas.microsoft.com/office/drawing/2014/main" id="{D0B7331D-068D-2751-CAAB-918E65A4A963}"/>
              </a:ext>
            </a:extLst>
          </p:cNvPr>
          <p:cNvSpPr/>
          <p:nvPr/>
        </p:nvSpPr>
        <p:spPr>
          <a:xfrm>
            <a:off x="3877056" y="2962656"/>
            <a:ext cx="5486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Montserrat"/>
              </a:rPr>
              <a:t>0</a:t>
            </a:r>
          </a:p>
        </p:txBody>
      </p:sp>
      <p:sp>
        <p:nvSpPr>
          <p:cNvPr id="98" name="Text 21">
            <a:extLst>
              <a:ext uri="{FF2B5EF4-FFF2-40B4-BE49-F238E27FC236}">
                <a16:creationId xmlns:a16="http://schemas.microsoft.com/office/drawing/2014/main" id="{E99796B3-3823-14C9-8BC0-71844FB6A0CC}"/>
              </a:ext>
            </a:extLst>
          </p:cNvPr>
          <p:cNvSpPr/>
          <p:nvPr/>
        </p:nvSpPr>
        <p:spPr>
          <a:xfrm>
            <a:off x="3877056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err="1">
                <a:solidFill>
                  <a:srgbClr val="FFFFFF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Bombeiro</a:t>
            </a:r>
            <a:endParaRPr lang="en-US" sz="800" err="1">
              <a:latin typeface="Century Gothic"/>
            </a:endParaRPr>
          </a:p>
        </p:txBody>
      </p:sp>
      <p:sp>
        <p:nvSpPr>
          <p:cNvPr id="99" name="Shape 22">
            <a:extLst>
              <a:ext uri="{FF2B5EF4-FFF2-40B4-BE49-F238E27FC236}">
                <a16:creationId xmlns:a16="http://schemas.microsoft.com/office/drawing/2014/main" id="{837E60EB-A31F-988E-0807-A1FA0C1B6316}"/>
              </a:ext>
            </a:extLst>
          </p:cNvPr>
          <p:cNvSpPr/>
          <p:nvPr/>
        </p:nvSpPr>
        <p:spPr>
          <a:xfrm>
            <a:off x="4498848" y="2798064"/>
            <a:ext cx="548640" cy="146304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0" name="Text 23">
            <a:extLst>
              <a:ext uri="{FF2B5EF4-FFF2-40B4-BE49-F238E27FC236}">
                <a16:creationId xmlns:a16="http://schemas.microsoft.com/office/drawing/2014/main" id="{61A8E0DC-04C7-69E9-9B75-B04B86CAFA2A}"/>
              </a:ext>
            </a:extLst>
          </p:cNvPr>
          <p:cNvSpPr/>
          <p:nvPr/>
        </p:nvSpPr>
        <p:spPr>
          <a:xfrm>
            <a:off x="4385117" y="2974029"/>
            <a:ext cx="730609" cy="5716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FFFEFE"/>
                </a:solidFill>
                <a:latin typeface="Montserrat"/>
              </a:rPr>
              <a:t>1</a:t>
            </a:r>
            <a:r>
              <a:rPr lang="pt-BR" sz="3200">
                <a:solidFill>
                  <a:srgbClr val="FFFEFE"/>
                </a:solidFill>
                <a:latin typeface="Montserrat"/>
              </a:rPr>
              <a:t>/2</a:t>
            </a:r>
          </a:p>
        </p:txBody>
      </p:sp>
      <p:sp>
        <p:nvSpPr>
          <p:cNvPr id="101" name="Text 24">
            <a:extLst>
              <a:ext uri="{FF2B5EF4-FFF2-40B4-BE49-F238E27FC236}">
                <a16:creationId xmlns:a16="http://schemas.microsoft.com/office/drawing/2014/main" id="{4C2CE11F-E1C0-A360-E002-25AD4C8FD066}"/>
              </a:ext>
            </a:extLst>
          </p:cNvPr>
          <p:cNvSpPr/>
          <p:nvPr/>
        </p:nvSpPr>
        <p:spPr>
          <a:xfrm>
            <a:off x="4498848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QA</a:t>
            </a:r>
            <a:endParaRPr lang="en-US" sz="850"/>
          </a:p>
        </p:txBody>
      </p:sp>
      <p:sp>
        <p:nvSpPr>
          <p:cNvPr id="104" name="Shape 22">
            <a:extLst>
              <a:ext uri="{FF2B5EF4-FFF2-40B4-BE49-F238E27FC236}">
                <a16:creationId xmlns:a16="http://schemas.microsoft.com/office/drawing/2014/main" id="{F6DC2B2A-3F0C-ED6A-C78C-1357B502AD72}"/>
              </a:ext>
            </a:extLst>
          </p:cNvPr>
          <p:cNvSpPr/>
          <p:nvPr/>
        </p:nvSpPr>
        <p:spPr>
          <a:xfrm>
            <a:off x="5120640" y="2798064"/>
            <a:ext cx="548640" cy="146304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5" name="Text 23">
            <a:extLst>
              <a:ext uri="{FF2B5EF4-FFF2-40B4-BE49-F238E27FC236}">
                <a16:creationId xmlns:a16="http://schemas.microsoft.com/office/drawing/2014/main" id="{56120362-57F4-2C0B-DCB3-DAB44D85A2D3}"/>
              </a:ext>
            </a:extLst>
          </p:cNvPr>
          <p:cNvSpPr/>
          <p:nvPr/>
        </p:nvSpPr>
        <p:spPr>
          <a:xfrm>
            <a:off x="5018282" y="2974029"/>
            <a:ext cx="741982" cy="6057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sz="3200">
                <a:solidFill>
                  <a:srgbClr val="FFFEFE"/>
                </a:solidFill>
                <a:latin typeface="Montserrat"/>
              </a:rPr>
              <a:t>1</a:t>
            </a:r>
            <a:r>
              <a:rPr lang="pt-BR" sz="3200">
                <a:solidFill>
                  <a:srgbClr val="FFFEFE"/>
                </a:solidFill>
                <a:latin typeface="Montserrat"/>
              </a:rPr>
              <a:t>/3</a:t>
            </a:r>
            <a:endParaRPr lang="en-US" sz="3200">
              <a:solidFill>
                <a:srgbClr val="FFFEFE"/>
              </a:solidFill>
              <a:latin typeface="Montserrat" panose="00000500000000000000" pitchFamily="2" charset="0"/>
            </a:endParaRPr>
          </a:p>
        </p:txBody>
      </p:sp>
      <p:sp>
        <p:nvSpPr>
          <p:cNvPr id="106" name="Text 24">
            <a:extLst>
              <a:ext uri="{FF2B5EF4-FFF2-40B4-BE49-F238E27FC236}">
                <a16:creationId xmlns:a16="http://schemas.microsoft.com/office/drawing/2014/main" id="{CF37F724-47D9-389F-ADD9-43ADE9EB1F63}"/>
              </a:ext>
            </a:extLst>
          </p:cNvPr>
          <p:cNvSpPr/>
          <p:nvPr/>
        </p:nvSpPr>
        <p:spPr>
          <a:xfrm>
            <a:off x="5120640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>
                <a:solidFill>
                  <a:schemeClr val="bg1"/>
                </a:solidFill>
                <a:latin typeface="Century Gothic"/>
              </a:rPr>
              <a:t>SM</a:t>
            </a:r>
            <a:endParaRPr lang="en-US" sz="85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7" name="Shape 31">
            <a:extLst>
              <a:ext uri="{FF2B5EF4-FFF2-40B4-BE49-F238E27FC236}">
                <a16:creationId xmlns:a16="http://schemas.microsoft.com/office/drawing/2014/main" id="{0697FBDE-51CF-3071-CC14-534BD66C143D}"/>
              </a:ext>
            </a:extLst>
          </p:cNvPr>
          <p:cNvSpPr/>
          <p:nvPr/>
        </p:nvSpPr>
        <p:spPr>
          <a:xfrm>
            <a:off x="6324600" y="2734056"/>
            <a:ext cx="822960" cy="14173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8" name="Shape 32">
            <a:extLst>
              <a:ext uri="{FF2B5EF4-FFF2-40B4-BE49-F238E27FC236}">
                <a16:creationId xmlns:a16="http://schemas.microsoft.com/office/drawing/2014/main" id="{DB761A2C-55BB-75B4-9ADB-E650A4A7D18D}"/>
              </a:ext>
            </a:extLst>
          </p:cNvPr>
          <p:cNvSpPr/>
          <p:nvPr/>
        </p:nvSpPr>
        <p:spPr>
          <a:xfrm>
            <a:off x="6324600" y="2734056"/>
            <a:ext cx="822960" cy="5486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9" name="Text 33">
            <a:extLst>
              <a:ext uri="{FF2B5EF4-FFF2-40B4-BE49-F238E27FC236}">
                <a16:creationId xmlns:a16="http://schemas.microsoft.com/office/drawing/2014/main" id="{64F10A8D-633F-E31B-ECD1-F2BCB93D49BE}"/>
              </a:ext>
            </a:extLst>
          </p:cNvPr>
          <p:cNvSpPr/>
          <p:nvPr/>
        </p:nvSpPr>
        <p:spPr>
          <a:xfrm>
            <a:off x="6324600" y="27889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Front-end</a:t>
            </a:r>
            <a:endParaRPr lang="en-US" sz="900"/>
          </a:p>
        </p:txBody>
      </p:sp>
      <p:sp>
        <p:nvSpPr>
          <p:cNvPr id="110" name="Text 34">
            <a:extLst>
              <a:ext uri="{FF2B5EF4-FFF2-40B4-BE49-F238E27FC236}">
                <a16:creationId xmlns:a16="http://schemas.microsoft.com/office/drawing/2014/main" id="{F7BEDD56-0E46-4E82-5266-6B0902538D93}"/>
              </a:ext>
            </a:extLst>
          </p:cNvPr>
          <p:cNvSpPr/>
          <p:nvPr/>
        </p:nvSpPr>
        <p:spPr>
          <a:xfrm>
            <a:off x="6324600" y="308152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× 54h</a:t>
            </a:r>
            <a:endParaRPr lang="en-US" sz="950"/>
          </a:p>
        </p:txBody>
      </p:sp>
      <p:sp>
        <p:nvSpPr>
          <p:cNvPr id="111" name="Text 35">
            <a:extLst>
              <a:ext uri="{FF2B5EF4-FFF2-40B4-BE49-F238E27FC236}">
                <a16:creationId xmlns:a16="http://schemas.microsoft.com/office/drawing/2014/main" id="{006F075D-9A31-048E-F5FE-AAF9DAB09422}"/>
              </a:ext>
            </a:extLst>
          </p:cNvPr>
          <p:cNvSpPr/>
          <p:nvPr/>
        </p:nvSpPr>
        <p:spPr>
          <a:xfrm>
            <a:off x="6324600" y="34107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0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54h</a:t>
            </a:r>
            <a:endParaRPr lang="en-US" sz="2000" dirty="0"/>
          </a:p>
        </p:txBody>
      </p:sp>
      <p:sp>
        <p:nvSpPr>
          <p:cNvPr id="112" name="Text 36">
            <a:extLst>
              <a:ext uri="{FF2B5EF4-FFF2-40B4-BE49-F238E27FC236}">
                <a16:creationId xmlns:a16="http://schemas.microsoft.com/office/drawing/2014/main" id="{056C4110-7EA0-943B-8478-682637C3AEC5}"/>
              </a:ext>
            </a:extLst>
          </p:cNvPr>
          <p:cNvSpPr/>
          <p:nvPr/>
        </p:nvSpPr>
        <p:spPr>
          <a:xfrm>
            <a:off x="6324600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dev Front</a:t>
            </a:r>
            <a:endParaRPr lang="en-US" sz="800"/>
          </a:p>
        </p:txBody>
      </p:sp>
      <p:sp>
        <p:nvSpPr>
          <p:cNvPr id="113" name="Shape 37">
            <a:extLst>
              <a:ext uri="{FF2B5EF4-FFF2-40B4-BE49-F238E27FC236}">
                <a16:creationId xmlns:a16="http://schemas.microsoft.com/office/drawing/2014/main" id="{4BD97F57-0ADF-714E-1F2F-D97F3C60DABC}"/>
              </a:ext>
            </a:extLst>
          </p:cNvPr>
          <p:cNvSpPr/>
          <p:nvPr/>
        </p:nvSpPr>
        <p:spPr>
          <a:xfrm>
            <a:off x="7220712" y="2734056"/>
            <a:ext cx="822960" cy="14173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4" name="Shape 38">
            <a:extLst>
              <a:ext uri="{FF2B5EF4-FFF2-40B4-BE49-F238E27FC236}">
                <a16:creationId xmlns:a16="http://schemas.microsoft.com/office/drawing/2014/main" id="{82F8A79A-C055-B78D-C7FE-EE9272A840FF}"/>
              </a:ext>
            </a:extLst>
          </p:cNvPr>
          <p:cNvSpPr/>
          <p:nvPr/>
        </p:nvSpPr>
        <p:spPr>
          <a:xfrm>
            <a:off x="7220712" y="2734056"/>
            <a:ext cx="822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5" name="Text 39">
            <a:extLst>
              <a:ext uri="{FF2B5EF4-FFF2-40B4-BE49-F238E27FC236}">
                <a16:creationId xmlns:a16="http://schemas.microsoft.com/office/drawing/2014/main" id="{D01933FA-40A4-B797-D0E3-4B3426C31B2D}"/>
              </a:ext>
            </a:extLst>
          </p:cNvPr>
          <p:cNvSpPr/>
          <p:nvPr/>
        </p:nvSpPr>
        <p:spPr>
          <a:xfrm>
            <a:off x="7220712" y="27889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Back-end</a:t>
            </a:r>
            <a:endParaRPr lang="en-US" sz="900"/>
          </a:p>
        </p:txBody>
      </p:sp>
      <p:sp>
        <p:nvSpPr>
          <p:cNvPr id="116" name="Text 40">
            <a:extLst>
              <a:ext uri="{FF2B5EF4-FFF2-40B4-BE49-F238E27FC236}">
                <a16:creationId xmlns:a16="http://schemas.microsoft.com/office/drawing/2014/main" id="{5154286A-CF3F-1A8A-E08F-8133E24A01A7}"/>
              </a:ext>
            </a:extLst>
          </p:cNvPr>
          <p:cNvSpPr/>
          <p:nvPr/>
        </p:nvSpPr>
        <p:spPr>
          <a:xfrm>
            <a:off x="7220712" y="3081528"/>
            <a:ext cx="82296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1A2E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0× 54h</a:t>
            </a:r>
            <a:endParaRPr lang="en-US" sz="950">
              <a:latin typeface="Century Gothic"/>
            </a:endParaRPr>
          </a:p>
        </p:txBody>
      </p:sp>
      <p:sp>
        <p:nvSpPr>
          <p:cNvPr id="117" name="Text 41">
            <a:extLst>
              <a:ext uri="{FF2B5EF4-FFF2-40B4-BE49-F238E27FC236}">
                <a16:creationId xmlns:a16="http://schemas.microsoft.com/office/drawing/2014/main" id="{C39BDF89-69A1-D0E6-B7C3-6EB7738C728E}"/>
              </a:ext>
            </a:extLst>
          </p:cNvPr>
          <p:cNvSpPr/>
          <p:nvPr/>
        </p:nvSpPr>
        <p:spPr>
          <a:xfrm>
            <a:off x="7220712" y="3410712"/>
            <a:ext cx="822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97316"/>
                </a:solidFill>
                <a:latin typeface="Montserrat"/>
              </a:rPr>
              <a:t>0h</a:t>
            </a:r>
            <a:endParaRPr lang="en-US" sz="2000"/>
          </a:p>
        </p:txBody>
      </p:sp>
      <p:sp>
        <p:nvSpPr>
          <p:cNvPr id="118" name="Text 42">
            <a:extLst>
              <a:ext uri="{FF2B5EF4-FFF2-40B4-BE49-F238E27FC236}">
                <a16:creationId xmlns:a16="http://schemas.microsoft.com/office/drawing/2014/main" id="{730594D0-F76D-9C52-159D-3DCDE70772B7}"/>
              </a:ext>
            </a:extLst>
          </p:cNvPr>
          <p:cNvSpPr/>
          <p:nvPr/>
        </p:nvSpPr>
        <p:spPr>
          <a:xfrm>
            <a:off x="7220712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devs ativos</a:t>
            </a:r>
            <a:endParaRPr lang="en-US" sz="800"/>
          </a:p>
        </p:txBody>
      </p:sp>
      <p:sp>
        <p:nvSpPr>
          <p:cNvPr id="119" name="Shape 43">
            <a:extLst>
              <a:ext uri="{FF2B5EF4-FFF2-40B4-BE49-F238E27FC236}">
                <a16:creationId xmlns:a16="http://schemas.microsoft.com/office/drawing/2014/main" id="{6DCD9D6C-212C-E50A-21D3-B0D15D048647}"/>
              </a:ext>
            </a:extLst>
          </p:cNvPr>
          <p:cNvSpPr/>
          <p:nvPr/>
        </p:nvSpPr>
        <p:spPr>
          <a:xfrm>
            <a:off x="8116824" y="2734056"/>
            <a:ext cx="822960" cy="14173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0" name="Shape 44">
            <a:extLst>
              <a:ext uri="{FF2B5EF4-FFF2-40B4-BE49-F238E27FC236}">
                <a16:creationId xmlns:a16="http://schemas.microsoft.com/office/drawing/2014/main" id="{8ECB6523-71F2-79BD-6DF5-25801DEA071D}"/>
              </a:ext>
            </a:extLst>
          </p:cNvPr>
          <p:cNvSpPr/>
          <p:nvPr/>
        </p:nvSpPr>
        <p:spPr>
          <a:xfrm>
            <a:off x="8116824" y="2734056"/>
            <a:ext cx="822960" cy="54864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1" name="Text 45">
            <a:extLst>
              <a:ext uri="{FF2B5EF4-FFF2-40B4-BE49-F238E27FC236}">
                <a16:creationId xmlns:a16="http://schemas.microsoft.com/office/drawing/2014/main" id="{1AF54328-D3B9-DA0F-C3CF-0FCD644CD280}"/>
              </a:ext>
            </a:extLst>
          </p:cNvPr>
          <p:cNvSpPr/>
          <p:nvPr/>
        </p:nvSpPr>
        <p:spPr>
          <a:xfrm>
            <a:off x="8116824" y="27889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E8A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 Lead</a:t>
            </a:r>
            <a:endParaRPr lang="en-US" sz="900"/>
          </a:p>
        </p:txBody>
      </p:sp>
      <p:sp>
        <p:nvSpPr>
          <p:cNvPr id="122" name="Text 46">
            <a:extLst>
              <a:ext uri="{FF2B5EF4-FFF2-40B4-BE49-F238E27FC236}">
                <a16:creationId xmlns:a16="http://schemas.microsoft.com/office/drawing/2014/main" id="{EFF926B9-3504-BBB3-0363-31751AFE4AAA}"/>
              </a:ext>
            </a:extLst>
          </p:cNvPr>
          <p:cNvSpPr/>
          <p:nvPr/>
        </p:nvSpPr>
        <p:spPr>
          <a:xfrm>
            <a:off x="8116824" y="3081528"/>
            <a:ext cx="82296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1A2E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1 × 54h</a:t>
            </a:r>
            <a:endParaRPr lang="en-US" sz="950"/>
          </a:p>
        </p:txBody>
      </p:sp>
      <p:sp>
        <p:nvSpPr>
          <p:cNvPr id="123" name="Text 47">
            <a:extLst>
              <a:ext uri="{FF2B5EF4-FFF2-40B4-BE49-F238E27FC236}">
                <a16:creationId xmlns:a16="http://schemas.microsoft.com/office/drawing/2014/main" id="{3A513ACA-8303-70F2-8A78-5AA7F1CDA4A2}"/>
              </a:ext>
            </a:extLst>
          </p:cNvPr>
          <p:cNvSpPr/>
          <p:nvPr/>
        </p:nvSpPr>
        <p:spPr>
          <a:xfrm>
            <a:off x="8116824" y="3410712"/>
            <a:ext cx="822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00"/>
                </a:solidFill>
                <a:latin typeface="Montserrat"/>
              </a:rPr>
              <a:t>54h</a:t>
            </a:r>
            <a:endParaRPr lang="en-US" sz="2000" dirty="0"/>
          </a:p>
        </p:txBody>
      </p:sp>
      <p:sp>
        <p:nvSpPr>
          <p:cNvPr id="124" name="Text 48">
            <a:extLst>
              <a:ext uri="{FF2B5EF4-FFF2-40B4-BE49-F238E27FC236}">
                <a16:creationId xmlns:a16="http://schemas.microsoft.com/office/drawing/2014/main" id="{44DDB4CD-0F66-8DFE-1402-542CC5E0F092}"/>
              </a:ext>
            </a:extLst>
          </p:cNvPr>
          <p:cNvSpPr/>
          <p:nvPr/>
        </p:nvSpPr>
        <p:spPr>
          <a:xfrm>
            <a:off x="8116824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dedicação parcial</a:t>
            </a:r>
            <a:endParaRPr lang="en-US" sz="800"/>
          </a:p>
        </p:txBody>
      </p:sp>
      <p:sp>
        <p:nvSpPr>
          <p:cNvPr id="125" name="Shape 49">
            <a:extLst>
              <a:ext uri="{FF2B5EF4-FFF2-40B4-BE49-F238E27FC236}">
                <a16:creationId xmlns:a16="http://schemas.microsoft.com/office/drawing/2014/main" id="{26D108E9-E27E-AF02-978C-F4F90B046DC6}"/>
              </a:ext>
            </a:extLst>
          </p:cNvPr>
          <p:cNvSpPr/>
          <p:nvPr/>
        </p:nvSpPr>
        <p:spPr>
          <a:xfrm>
            <a:off x="9012936" y="2734056"/>
            <a:ext cx="822960" cy="14173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6" name="Shape 50">
            <a:extLst>
              <a:ext uri="{FF2B5EF4-FFF2-40B4-BE49-F238E27FC236}">
                <a16:creationId xmlns:a16="http://schemas.microsoft.com/office/drawing/2014/main" id="{89E7124D-2FF6-2CFB-DE6B-69909196348C}"/>
              </a:ext>
            </a:extLst>
          </p:cNvPr>
          <p:cNvSpPr/>
          <p:nvPr/>
        </p:nvSpPr>
        <p:spPr>
          <a:xfrm>
            <a:off x="9012936" y="2734056"/>
            <a:ext cx="822960" cy="5486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7" name="Text 51">
            <a:extLst>
              <a:ext uri="{FF2B5EF4-FFF2-40B4-BE49-F238E27FC236}">
                <a16:creationId xmlns:a16="http://schemas.microsoft.com/office/drawing/2014/main" id="{CB107D14-362F-7BF8-7852-6762DDAE16FA}"/>
              </a:ext>
            </a:extLst>
          </p:cNvPr>
          <p:cNvSpPr/>
          <p:nvPr/>
        </p:nvSpPr>
        <p:spPr>
          <a:xfrm>
            <a:off x="9012936" y="27889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CC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Bombeiro</a:t>
            </a:r>
            <a:endParaRPr lang="en-US" sz="900"/>
          </a:p>
        </p:txBody>
      </p:sp>
      <p:sp>
        <p:nvSpPr>
          <p:cNvPr id="128" name="Text 52">
            <a:extLst>
              <a:ext uri="{FF2B5EF4-FFF2-40B4-BE49-F238E27FC236}">
                <a16:creationId xmlns:a16="http://schemas.microsoft.com/office/drawing/2014/main" id="{20187610-4B68-FB6C-ABA3-E9C16F4CD964}"/>
              </a:ext>
            </a:extLst>
          </p:cNvPr>
          <p:cNvSpPr/>
          <p:nvPr/>
        </p:nvSpPr>
        <p:spPr>
          <a:xfrm>
            <a:off x="9012936" y="3081528"/>
            <a:ext cx="82296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1A2E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0× 54h</a:t>
            </a:r>
            <a:endParaRPr lang="en-US" sz="950"/>
          </a:p>
        </p:txBody>
      </p:sp>
      <p:sp>
        <p:nvSpPr>
          <p:cNvPr id="129" name="Text 53">
            <a:extLst>
              <a:ext uri="{FF2B5EF4-FFF2-40B4-BE49-F238E27FC236}">
                <a16:creationId xmlns:a16="http://schemas.microsoft.com/office/drawing/2014/main" id="{454A1920-C97E-0773-51F3-11491056CE6A}"/>
              </a:ext>
            </a:extLst>
          </p:cNvPr>
          <p:cNvSpPr/>
          <p:nvPr/>
        </p:nvSpPr>
        <p:spPr>
          <a:xfrm>
            <a:off x="9012936" y="3410712"/>
            <a:ext cx="822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CC2222"/>
                </a:solidFill>
                <a:latin typeface="Montserrat"/>
              </a:rPr>
              <a:t>0h</a:t>
            </a:r>
            <a:endParaRPr lang="en-US" sz="2000"/>
          </a:p>
        </p:txBody>
      </p:sp>
      <p:sp>
        <p:nvSpPr>
          <p:cNvPr id="130" name="Text 54">
            <a:extLst>
              <a:ext uri="{FF2B5EF4-FFF2-40B4-BE49-F238E27FC236}">
                <a16:creationId xmlns:a16="http://schemas.microsoft.com/office/drawing/2014/main" id="{F968872B-1DDC-742A-60DC-162918BDE228}"/>
              </a:ext>
            </a:extLst>
          </p:cNvPr>
          <p:cNvSpPr/>
          <p:nvPr/>
        </p:nvSpPr>
        <p:spPr>
          <a:xfrm>
            <a:off x="9012936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suporte/incidentes</a:t>
            </a:r>
            <a:endParaRPr lang="en-US" sz="800"/>
          </a:p>
        </p:txBody>
      </p:sp>
      <p:sp>
        <p:nvSpPr>
          <p:cNvPr id="131" name="Shape 55">
            <a:extLst>
              <a:ext uri="{FF2B5EF4-FFF2-40B4-BE49-F238E27FC236}">
                <a16:creationId xmlns:a16="http://schemas.microsoft.com/office/drawing/2014/main" id="{480FBB5E-D577-7848-F4F9-9F6EFB8FBFB8}"/>
              </a:ext>
            </a:extLst>
          </p:cNvPr>
          <p:cNvSpPr/>
          <p:nvPr/>
        </p:nvSpPr>
        <p:spPr>
          <a:xfrm>
            <a:off x="9909048" y="2734056"/>
            <a:ext cx="822960" cy="14173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2" name="Shape 56">
            <a:extLst>
              <a:ext uri="{FF2B5EF4-FFF2-40B4-BE49-F238E27FC236}">
                <a16:creationId xmlns:a16="http://schemas.microsoft.com/office/drawing/2014/main" id="{72787A62-8776-5B11-57FA-6E36A85C9362}"/>
              </a:ext>
            </a:extLst>
          </p:cNvPr>
          <p:cNvSpPr/>
          <p:nvPr/>
        </p:nvSpPr>
        <p:spPr>
          <a:xfrm>
            <a:off x="9909048" y="2734056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3" name="Text 57">
            <a:extLst>
              <a:ext uri="{FF2B5EF4-FFF2-40B4-BE49-F238E27FC236}">
                <a16:creationId xmlns:a16="http://schemas.microsoft.com/office/drawing/2014/main" id="{8DCD1F33-ECEA-43E3-DC1B-CCA751254E73}"/>
              </a:ext>
            </a:extLst>
          </p:cNvPr>
          <p:cNvSpPr/>
          <p:nvPr/>
        </p:nvSpPr>
        <p:spPr>
          <a:xfrm>
            <a:off x="9909048" y="27889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QA</a:t>
            </a:r>
            <a:endParaRPr lang="en-US" sz="900"/>
          </a:p>
        </p:txBody>
      </p:sp>
      <p:sp>
        <p:nvSpPr>
          <p:cNvPr id="134" name="Text 58">
            <a:extLst>
              <a:ext uri="{FF2B5EF4-FFF2-40B4-BE49-F238E27FC236}">
                <a16:creationId xmlns:a16="http://schemas.microsoft.com/office/drawing/2014/main" id="{74ACEF93-AFD5-3E72-F251-B892EA8DF434}"/>
              </a:ext>
            </a:extLst>
          </p:cNvPr>
          <p:cNvSpPr/>
          <p:nvPr/>
        </p:nvSpPr>
        <p:spPr>
          <a:xfrm>
            <a:off x="9909048" y="3081528"/>
            <a:ext cx="82296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1A2E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1/2 × 54h</a:t>
            </a:r>
            <a:endParaRPr lang="en-US" sz="950"/>
          </a:p>
        </p:txBody>
      </p:sp>
      <p:sp>
        <p:nvSpPr>
          <p:cNvPr id="135" name="Text 59">
            <a:extLst>
              <a:ext uri="{FF2B5EF4-FFF2-40B4-BE49-F238E27FC236}">
                <a16:creationId xmlns:a16="http://schemas.microsoft.com/office/drawing/2014/main" id="{1EA44BA2-A977-F931-976A-347742353C53}"/>
              </a:ext>
            </a:extLst>
          </p:cNvPr>
          <p:cNvSpPr/>
          <p:nvPr/>
        </p:nvSpPr>
        <p:spPr>
          <a:xfrm>
            <a:off x="9909048" y="3410712"/>
            <a:ext cx="822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Montserrat"/>
              </a:rPr>
              <a:t>27h</a:t>
            </a:r>
            <a:endParaRPr lang="en-US" sz="2000" dirty="0"/>
          </a:p>
        </p:txBody>
      </p:sp>
      <p:sp>
        <p:nvSpPr>
          <p:cNvPr id="136" name="Text 60">
            <a:extLst>
              <a:ext uri="{FF2B5EF4-FFF2-40B4-BE49-F238E27FC236}">
                <a16:creationId xmlns:a16="http://schemas.microsoft.com/office/drawing/2014/main" id="{8F7834B0-69DE-629C-E2F4-5668083D0660}"/>
              </a:ext>
            </a:extLst>
          </p:cNvPr>
          <p:cNvSpPr/>
          <p:nvPr/>
        </p:nvSpPr>
        <p:spPr>
          <a:xfrm>
            <a:off x="9909048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err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qualidade</a:t>
            </a:r>
            <a:endParaRPr lang="en-US" sz="800"/>
          </a:p>
        </p:txBody>
      </p:sp>
      <p:sp>
        <p:nvSpPr>
          <p:cNvPr id="137" name="Shape 55">
            <a:extLst>
              <a:ext uri="{FF2B5EF4-FFF2-40B4-BE49-F238E27FC236}">
                <a16:creationId xmlns:a16="http://schemas.microsoft.com/office/drawing/2014/main" id="{D34BC04D-6331-EFEF-A92D-A995B89E6D29}"/>
              </a:ext>
            </a:extLst>
          </p:cNvPr>
          <p:cNvSpPr/>
          <p:nvPr/>
        </p:nvSpPr>
        <p:spPr>
          <a:xfrm>
            <a:off x="10805160" y="2734056"/>
            <a:ext cx="822960" cy="14173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8" name="Shape 56">
            <a:extLst>
              <a:ext uri="{FF2B5EF4-FFF2-40B4-BE49-F238E27FC236}">
                <a16:creationId xmlns:a16="http://schemas.microsoft.com/office/drawing/2014/main" id="{A352F1DF-4EF2-CBC5-15CE-259A844E6BDF}"/>
              </a:ext>
            </a:extLst>
          </p:cNvPr>
          <p:cNvSpPr/>
          <p:nvPr/>
        </p:nvSpPr>
        <p:spPr>
          <a:xfrm>
            <a:off x="10805160" y="2734056"/>
            <a:ext cx="8229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2" name="Text 60">
            <a:extLst>
              <a:ext uri="{FF2B5EF4-FFF2-40B4-BE49-F238E27FC236}">
                <a16:creationId xmlns:a16="http://schemas.microsoft.com/office/drawing/2014/main" id="{3E408CC5-3C41-A171-D1BB-A734B6E39299}"/>
              </a:ext>
            </a:extLst>
          </p:cNvPr>
          <p:cNvSpPr/>
          <p:nvPr/>
        </p:nvSpPr>
        <p:spPr>
          <a:xfrm>
            <a:off x="10805160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/>
          </a:p>
        </p:txBody>
      </p:sp>
      <p:sp>
        <p:nvSpPr>
          <p:cNvPr id="143" name="Text 57">
            <a:extLst>
              <a:ext uri="{FF2B5EF4-FFF2-40B4-BE49-F238E27FC236}">
                <a16:creationId xmlns:a16="http://schemas.microsoft.com/office/drawing/2014/main" id="{D57D4EE4-3A04-C1CE-B370-F03B81BB353B}"/>
              </a:ext>
            </a:extLst>
          </p:cNvPr>
          <p:cNvSpPr/>
          <p:nvPr/>
        </p:nvSpPr>
        <p:spPr>
          <a:xfrm>
            <a:off x="10791398" y="2775712"/>
            <a:ext cx="82296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563EB"/>
                </a:solidFill>
                <a:latin typeface="Montserrat"/>
              </a:rPr>
              <a:t>SM</a:t>
            </a:r>
            <a:endParaRPr lang="pt-BR"/>
          </a:p>
        </p:txBody>
      </p:sp>
      <p:sp>
        <p:nvSpPr>
          <p:cNvPr id="144" name="Text 58">
            <a:extLst>
              <a:ext uri="{FF2B5EF4-FFF2-40B4-BE49-F238E27FC236}">
                <a16:creationId xmlns:a16="http://schemas.microsoft.com/office/drawing/2014/main" id="{CC9545E2-E27B-57D8-0B9B-16246BD7F5C0}"/>
              </a:ext>
            </a:extLst>
          </p:cNvPr>
          <p:cNvSpPr/>
          <p:nvPr/>
        </p:nvSpPr>
        <p:spPr>
          <a:xfrm>
            <a:off x="10732008" y="3078480"/>
            <a:ext cx="822960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A1A2E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1/3 × 54h</a:t>
            </a:r>
            <a:endParaRPr lang="en-US" sz="950"/>
          </a:p>
        </p:txBody>
      </p:sp>
      <p:sp>
        <p:nvSpPr>
          <p:cNvPr id="145" name="Text 59">
            <a:extLst>
              <a:ext uri="{FF2B5EF4-FFF2-40B4-BE49-F238E27FC236}">
                <a16:creationId xmlns:a16="http://schemas.microsoft.com/office/drawing/2014/main" id="{4ADBF0F9-D125-6687-E8A5-1C60E7430DD4}"/>
              </a:ext>
            </a:extLst>
          </p:cNvPr>
          <p:cNvSpPr/>
          <p:nvPr/>
        </p:nvSpPr>
        <p:spPr>
          <a:xfrm>
            <a:off x="10732008" y="3400275"/>
            <a:ext cx="822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Montserrat"/>
              </a:rPr>
              <a:t>18h</a:t>
            </a:r>
            <a:endParaRPr lang="en-US" sz="2000" dirty="0">
              <a:solidFill>
                <a:srgbClr val="2563EB"/>
              </a:solidFill>
            </a:endParaRPr>
          </a:p>
        </p:txBody>
      </p:sp>
      <p:sp>
        <p:nvSpPr>
          <p:cNvPr id="146" name="Text 60">
            <a:extLst>
              <a:ext uri="{FF2B5EF4-FFF2-40B4-BE49-F238E27FC236}">
                <a16:creationId xmlns:a16="http://schemas.microsoft.com/office/drawing/2014/main" id="{96BF9BF7-EF6A-49B8-4913-B587F109446D}"/>
              </a:ext>
            </a:extLst>
          </p:cNvPr>
          <p:cNvSpPr/>
          <p:nvPr/>
        </p:nvSpPr>
        <p:spPr>
          <a:xfrm>
            <a:off x="10732008" y="3871145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err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agilista</a:t>
            </a:r>
            <a:endParaRPr lang="en-US" sz="800"/>
          </a:p>
        </p:txBody>
      </p:sp>
      <p:sp>
        <p:nvSpPr>
          <p:cNvPr id="10" name="Shape 61">
            <a:extLst>
              <a:ext uri="{FF2B5EF4-FFF2-40B4-BE49-F238E27FC236}">
                <a16:creationId xmlns:a16="http://schemas.microsoft.com/office/drawing/2014/main" id="{F781E1B9-4970-A4E4-9F36-A36F36EAB23F}"/>
              </a:ext>
            </a:extLst>
          </p:cNvPr>
          <p:cNvSpPr/>
          <p:nvPr/>
        </p:nvSpPr>
        <p:spPr>
          <a:xfrm>
            <a:off x="6324599" y="4879540"/>
            <a:ext cx="5669280" cy="792164"/>
          </a:xfrm>
          <a:prstGeom prst="roundRect">
            <a:avLst>
              <a:gd name="adj" fmla="val 14545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pt-BR" dirty="0">
                <a:solidFill>
                  <a:schemeClr val="bg1"/>
                </a:solidFill>
                <a:ea typeface="Calibri"/>
                <a:cs typeface="Calibri"/>
              </a:rPr>
              <a:t>Capacidade operacional para entregas:</a:t>
            </a:r>
          </a:p>
          <a:p>
            <a:r>
              <a:rPr lang="pt-BR" sz="1200" dirty="0">
                <a:solidFill>
                  <a:srgbClr val="6ECBBF"/>
                </a:solidFill>
                <a:latin typeface="Century Gothic"/>
              </a:rPr>
              <a:t xml:space="preserve"> 0 (Back) + 54(Front) = 54</a:t>
            </a:r>
          </a:p>
          <a:p>
            <a:endParaRPr lang="pt-BR" dirty="0">
              <a:ea typeface="Calibri"/>
              <a:cs typeface="Calibri"/>
            </a:endParaRPr>
          </a:p>
        </p:txBody>
      </p:sp>
      <p:sp>
        <p:nvSpPr>
          <p:cNvPr id="9" name="Text 23">
            <a:extLst>
              <a:ext uri="{FF2B5EF4-FFF2-40B4-BE49-F238E27FC236}">
                <a16:creationId xmlns:a16="http://schemas.microsoft.com/office/drawing/2014/main" id="{077F60D7-D6EF-062D-0E97-04DEDA29CFA0}"/>
              </a:ext>
            </a:extLst>
          </p:cNvPr>
          <p:cNvSpPr/>
          <p:nvPr/>
        </p:nvSpPr>
        <p:spPr>
          <a:xfrm>
            <a:off x="3175834" y="2974029"/>
            <a:ext cx="741982" cy="60573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sz="3200" b="1" dirty="0">
                <a:solidFill>
                  <a:srgbClr val="FFFEFE"/>
                </a:solidFill>
                <a:latin typeface="Montserrat"/>
              </a:rPr>
              <a:t>1</a:t>
            </a:r>
            <a:endParaRPr lang="pt-BR" sz="3200" b="1" dirty="0">
              <a:solidFill>
                <a:srgbClr val="FFFEFE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616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93">
            <a:extLst>
              <a:ext uri="{FF2B5EF4-FFF2-40B4-BE49-F238E27FC236}">
                <a16:creationId xmlns:a16="http://schemas.microsoft.com/office/drawing/2014/main" id="{FBEB9BB2-6A53-305F-80E1-12A8C4B96CF7}"/>
              </a:ext>
            </a:extLst>
          </p:cNvPr>
          <p:cNvSpPr/>
          <p:nvPr/>
        </p:nvSpPr>
        <p:spPr>
          <a:xfrm>
            <a:off x="4041648" y="5626912"/>
            <a:ext cx="2377440" cy="402336"/>
          </a:xfrm>
          <a:prstGeom prst="rect">
            <a:avLst/>
          </a:prstGeom>
          <a:solidFill>
            <a:srgbClr val="FFF0F8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t-BR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03F9788-3C4D-4D77-0BA3-9A08EBCD9FDA}"/>
              </a:ext>
            </a:extLst>
          </p:cNvPr>
          <p:cNvSpPr/>
          <p:nvPr/>
        </p:nvSpPr>
        <p:spPr>
          <a:xfrm>
            <a:off x="0" y="-56866"/>
            <a:ext cx="12188952" cy="914400"/>
          </a:xfrm>
          <a:prstGeom prst="rect">
            <a:avLst/>
          </a:prstGeom>
          <a:solidFill>
            <a:srgbClr val="7030A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D1B01D-CEC9-D02D-A5E1-F88FB60DEAE1}"/>
              </a:ext>
            </a:extLst>
          </p:cNvPr>
          <p:cNvSpPr/>
          <p:nvPr/>
        </p:nvSpPr>
        <p:spPr>
          <a:xfrm>
            <a:off x="0" y="802669"/>
            <a:ext cx="12188952" cy="54864"/>
          </a:xfrm>
          <a:prstGeom prst="rect">
            <a:avLst/>
          </a:prstGeom>
          <a:solidFill>
            <a:srgbClr val="6ECB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ADF3DF-B0D4-57DB-87FD-C10361FFAFCE}"/>
              </a:ext>
            </a:extLst>
          </p:cNvPr>
          <p:cNvSpPr/>
          <p:nvPr/>
        </p:nvSpPr>
        <p:spPr>
          <a:xfrm>
            <a:off x="457200" y="-170599"/>
            <a:ext cx="8229600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Composição do Time (Planejada) - Reforçada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71ECA4-B7AE-9FB1-B590-6AF8E9BB754B}"/>
              </a:ext>
            </a:extLst>
          </p:cNvPr>
          <p:cNvSpPr/>
          <p:nvPr/>
        </p:nvSpPr>
        <p:spPr>
          <a:xfrm>
            <a:off x="457200" y="510061"/>
            <a:ext cx="822960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6ECBBF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Squad original + recursos emprestados para o paralelismo de projetos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6" name="Image 0" descr="/home/claude/familhao_Imagem_6.png">
            <a:extLst>
              <a:ext uri="{FF2B5EF4-FFF2-40B4-BE49-F238E27FC236}">
                <a16:creationId xmlns:a16="http://schemas.microsoft.com/office/drawing/2014/main" id="{83192C94-7999-045D-2692-DBE113872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D15422F0-A89C-B6F9-2EC5-CDBEB5B6A0EE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3A0B5C5-1016-FBF4-1FCC-4AFA6F1CFC48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 dirty="0">
                <a:solidFill>
                  <a:srgbClr val="7030A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Sprint</a:t>
            </a: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 dirty="0">
                <a:solidFill>
                  <a:srgbClr val="7030A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#24</a:t>
            </a: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9C1DD48-C4CE-86E6-66C4-944CBCB80936}"/>
              </a:ext>
            </a:extLst>
          </p:cNvPr>
          <p:cNvSpPr/>
          <p:nvPr/>
        </p:nvSpPr>
        <p:spPr>
          <a:xfrm>
            <a:off x="365760" y="808036"/>
            <a:ext cx="53035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7030A0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👥  Pessoas da Squad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749BA3E-E01E-B256-0D0F-9BF824314E99}"/>
              </a:ext>
            </a:extLst>
          </p:cNvPr>
          <p:cNvSpPr/>
          <p:nvPr/>
        </p:nvSpPr>
        <p:spPr>
          <a:xfrm>
            <a:off x="365760" y="982458"/>
            <a:ext cx="731520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888888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Original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0A5CD71-1F98-647E-9305-2F4581A54865}"/>
              </a:ext>
            </a:extLst>
          </p:cNvPr>
          <p:cNvSpPr/>
          <p:nvPr/>
        </p:nvSpPr>
        <p:spPr>
          <a:xfrm>
            <a:off x="5394960" y="982458"/>
            <a:ext cx="1554480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BE185D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Emprestados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368F6C2-09AE-6F37-7086-254E3FA80A3A}"/>
              </a:ext>
            </a:extLst>
          </p:cNvPr>
          <p:cNvSpPr/>
          <p:nvPr/>
        </p:nvSpPr>
        <p:spPr>
          <a:xfrm>
            <a:off x="365760" y="1174711"/>
            <a:ext cx="1097280" cy="1417320"/>
          </a:xfrm>
          <a:custGeom>
            <a:avLst>
              <a:gd name="f0" fmla="val 14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7030A0"/>
          </a:solidFill>
          <a:ln w="12701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767B686-5556-3A53-A55C-0C48AF5CC230}"/>
              </a:ext>
            </a:extLst>
          </p:cNvPr>
          <p:cNvSpPr/>
          <p:nvPr/>
        </p:nvSpPr>
        <p:spPr>
          <a:xfrm>
            <a:off x="365760" y="1275066"/>
            <a:ext cx="1097280" cy="6583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dirty="0">
                <a:solidFill>
                  <a:srgbClr val="FFFFFF"/>
                </a:solidFill>
                <a:latin typeface="Montserrat" pitchFamily="34"/>
              </a:rPr>
              <a:t>4</a:t>
            </a:r>
            <a:endParaRPr lang="en-US" sz="4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7B38F0C-C51F-0FF8-CA6E-00E1722252D6}"/>
              </a:ext>
            </a:extLst>
          </p:cNvPr>
          <p:cNvSpPr/>
          <p:nvPr/>
        </p:nvSpPr>
        <p:spPr>
          <a:xfrm>
            <a:off x="365760" y="1933434"/>
            <a:ext cx="1097280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ECBBF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Squad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ECBBF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original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19DFB7D-9A29-42C6-DBD3-40EDF5E400B8}"/>
              </a:ext>
            </a:extLst>
          </p:cNvPr>
          <p:cNvSpPr/>
          <p:nvPr/>
        </p:nvSpPr>
        <p:spPr>
          <a:xfrm>
            <a:off x="1572768" y="1174711"/>
            <a:ext cx="548640" cy="1417320"/>
          </a:xfrm>
          <a:custGeom>
            <a:avLst>
              <a:gd name="f0" fmla="val 25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70C0"/>
          </a:solidFill>
          <a:ln w="12701" cap="flat">
            <a:solidFill>
              <a:srgbClr val="0070C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552E242-3BA9-DAC0-2F7D-B145B60693AF}"/>
              </a:ext>
            </a:extLst>
          </p:cNvPr>
          <p:cNvSpPr/>
          <p:nvPr/>
        </p:nvSpPr>
        <p:spPr>
          <a:xfrm>
            <a:off x="1572768" y="1339074"/>
            <a:ext cx="54864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1</a:t>
            </a:r>
            <a:endParaRPr lang="en-US" sz="26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83D2C06-8BB6-8F0D-8FC3-C97514BF5B84}"/>
              </a:ext>
            </a:extLst>
          </p:cNvPr>
          <p:cNvSpPr/>
          <p:nvPr/>
        </p:nvSpPr>
        <p:spPr>
          <a:xfrm>
            <a:off x="1572768" y="1878570"/>
            <a:ext cx="54864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12701" tIns="12701" rIns="12701" bIns="12701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Front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A109B707-8887-1FD2-7254-3DFF64A40570}"/>
              </a:ext>
            </a:extLst>
          </p:cNvPr>
          <p:cNvSpPr/>
          <p:nvPr/>
        </p:nvSpPr>
        <p:spPr>
          <a:xfrm>
            <a:off x="2194560" y="1174711"/>
            <a:ext cx="548640" cy="1417320"/>
          </a:xfrm>
          <a:custGeom>
            <a:avLst>
              <a:gd name="f0" fmla="val 25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97316"/>
          </a:solidFill>
          <a:ln w="12701" cap="flat">
            <a:solidFill>
              <a:srgbClr val="F9731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13EC93A-8C52-588D-3900-3489D66BB1F8}"/>
              </a:ext>
            </a:extLst>
          </p:cNvPr>
          <p:cNvSpPr/>
          <p:nvPr/>
        </p:nvSpPr>
        <p:spPr>
          <a:xfrm>
            <a:off x="2194560" y="1339074"/>
            <a:ext cx="54864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dirty="0">
                <a:solidFill>
                  <a:srgbClr val="FFFFFF"/>
                </a:solidFill>
                <a:latin typeface="Montserrat" pitchFamily="34"/>
              </a:rPr>
              <a:t>0</a:t>
            </a:r>
            <a:endParaRPr lang="en-US" sz="26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139FA77-6A2C-BC99-DF25-B02BE7A4F260}"/>
              </a:ext>
            </a:extLst>
          </p:cNvPr>
          <p:cNvSpPr/>
          <p:nvPr/>
        </p:nvSpPr>
        <p:spPr>
          <a:xfrm>
            <a:off x="2194560" y="1878570"/>
            <a:ext cx="54864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12701" tIns="12701" rIns="12701" bIns="12701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Back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1F84CFB-849B-9B48-2F9A-741FF4E04B4F}"/>
              </a:ext>
            </a:extLst>
          </p:cNvPr>
          <p:cNvSpPr/>
          <p:nvPr/>
        </p:nvSpPr>
        <p:spPr>
          <a:xfrm>
            <a:off x="2816352" y="1174711"/>
            <a:ext cx="548640" cy="1417320"/>
          </a:xfrm>
          <a:custGeom>
            <a:avLst>
              <a:gd name="f0" fmla="val 25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8A000"/>
          </a:solidFill>
          <a:ln w="12701" cap="flat">
            <a:solidFill>
              <a:srgbClr val="E8A00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B7E6F25-9095-F817-11B2-8CD3D8CC4E19}"/>
              </a:ext>
            </a:extLst>
          </p:cNvPr>
          <p:cNvSpPr/>
          <p:nvPr/>
        </p:nvSpPr>
        <p:spPr>
          <a:xfrm>
            <a:off x="2816352" y="1339074"/>
            <a:ext cx="54864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1</a:t>
            </a:r>
            <a:endParaRPr lang="en-US" sz="26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C7216F0-40FB-8DCD-0367-98EE28EF50BC}"/>
              </a:ext>
            </a:extLst>
          </p:cNvPr>
          <p:cNvSpPr/>
          <p:nvPr/>
        </p:nvSpPr>
        <p:spPr>
          <a:xfrm>
            <a:off x="2816352" y="1878570"/>
            <a:ext cx="54864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12701" tIns="12701" rIns="12701" bIns="12701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TL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9388952-06C4-85A6-9A8E-64CCB17556D2}"/>
              </a:ext>
            </a:extLst>
          </p:cNvPr>
          <p:cNvSpPr/>
          <p:nvPr/>
        </p:nvSpPr>
        <p:spPr>
          <a:xfrm>
            <a:off x="3438144" y="1174711"/>
            <a:ext cx="548640" cy="1417320"/>
          </a:xfrm>
          <a:custGeom>
            <a:avLst>
              <a:gd name="f0" fmla="val 25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C2222"/>
          </a:solidFill>
          <a:ln w="12701" cap="flat">
            <a:solidFill>
              <a:srgbClr val="CC222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2FCD1F3-9E16-9D9E-A389-0C289ED7B255}"/>
              </a:ext>
            </a:extLst>
          </p:cNvPr>
          <p:cNvSpPr/>
          <p:nvPr/>
        </p:nvSpPr>
        <p:spPr>
          <a:xfrm>
            <a:off x="3438144" y="1339074"/>
            <a:ext cx="54864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dirty="0">
                <a:solidFill>
                  <a:srgbClr val="FFFFFF"/>
                </a:solidFill>
                <a:latin typeface="Montserrat" pitchFamily="34"/>
              </a:rPr>
              <a:t>0</a:t>
            </a:r>
            <a:endParaRPr lang="en-US" sz="26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9965FBC-298C-7112-F81F-766E231BE410}"/>
              </a:ext>
            </a:extLst>
          </p:cNvPr>
          <p:cNvSpPr/>
          <p:nvPr/>
        </p:nvSpPr>
        <p:spPr>
          <a:xfrm>
            <a:off x="3438144" y="1878570"/>
            <a:ext cx="54864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12701" tIns="12701" rIns="12701" bIns="12701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Bomb.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2CD47AEC-A208-C459-8131-5DEEA18F46B2}"/>
              </a:ext>
            </a:extLst>
          </p:cNvPr>
          <p:cNvSpPr/>
          <p:nvPr/>
        </p:nvSpPr>
        <p:spPr>
          <a:xfrm>
            <a:off x="4059936" y="1174711"/>
            <a:ext cx="548640" cy="1417320"/>
          </a:xfrm>
          <a:custGeom>
            <a:avLst>
              <a:gd name="f0" fmla="val 25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0B981"/>
          </a:solidFill>
          <a:ln w="12701" cap="flat">
            <a:solidFill>
              <a:srgbClr val="10B98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809AEDEC-5927-177D-8F81-CDD508A7D5F2}"/>
              </a:ext>
            </a:extLst>
          </p:cNvPr>
          <p:cNvSpPr/>
          <p:nvPr/>
        </p:nvSpPr>
        <p:spPr>
          <a:xfrm>
            <a:off x="4014216" y="1339074"/>
            <a:ext cx="621792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rgbClr val="FFFFFF"/>
                </a:solidFill>
                <a:latin typeface="Montserrat" pitchFamily="34"/>
              </a:rPr>
              <a:t>1/2</a:t>
            </a:r>
            <a:endParaRPr lang="en-US" sz="24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9231C80-1BDD-618C-9485-D020F07479AA}"/>
              </a:ext>
            </a:extLst>
          </p:cNvPr>
          <p:cNvSpPr/>
          <p:nvPr/>
        </p:nvSpPr>
        <p:spPr>
          <a:xfrm>
            <a:off x="4059936" y="1878570"/>
            <a:ext cx="54864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12701" tIns="12701" rIns="12701" bIns="12701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QA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A697C9F1-B6A7-F92A-B493-91ADB1127F65}"/>
              </a:ext>
            </a:extLst>
          </p:cNvPr>
          <p:cNvSpPr/>
          <p:nvPr/>
        </p:nvSpPr>
        <p:spPr>
          <a:xfrm>
            <a:off x="4681727" y="1174711"/>
            <a:ext cx="548640" cy="1417320"/>
          </a:xfrm>
          <a:custGeom>
            <a:avLst>
              <a:gd name="f0" fmla="val 25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6D28D9"/>
          </a:solidFill>
          <a:ln w="12701" cap="flat">
            <a:solidFill>
              <a:srgbClr val="6D28D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1716AE3-2438-FFDA-650C-8A6C602BE361}"/>
              </a:ext>
            </a:extLst>
          </p:cNvPr>
          <p:cNvSpPr/>
          <p:nvPr/>
        </p:nvSpPr>
        <p:spPr>
          <a:xfrm>
            <a:off x="4681727" y="1339074"/>
            <a:ext cx="54864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6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FFC3E8A-8E45-CACF-D12F-0F0F9C644D56}"/>
              </a:ext>
            </a:extLst>
          </p:cNvPr>
          <p:cNvSpPr/>
          <p:nvPr/>
        </p:nvSpPr>
        <p:spPr>
          <a:xfrm>
            <a:off x="4681727" y="1878570"/>
            <a:ext cx="54864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12701" tIns="12701" rIns="12701" bIns="12701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Agilista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F7F05FB1-D874-3320-6904-DB92B2EFE984}"/>
              </a:ext>
            </a:extLst>
          </p:cNvPr>
          <p:cNvSpPr/>
          <p:nvPr/>
        </p:nvSpPr>
        <p:spPr>
          <a:xfrm>
            <a:off x="5321807" y="1659114"/>
            <a:ext cx="219456" cy="219456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BE185D"/>
          </a:solidFill>
          <a:ln w="12701" cap="flat">
            <a:solidFill>
              <a:srgbClr val="BE185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68B3E317-3005-8CA1-BC50-AD002F1BFF53}"/>
              </a:ext>
            </a:extLst>
          </p:cNvPr>
          <p:cNvSpPr/>
          <p:nvPr/>
        </p:nvSpPr>
        <p:spPr>
          <a:xfrm>
            <a:off x="5321807" y="1659114"/>
            <a:ext cx="219456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+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7FDFF1AB-BA0A-7E33-8725-3804005355D4}"/>
              </a:ext>
            </a:extLst>
          </p:cNvPr>
          <p:cNvSpPr/>
          <p:nvPr/>
        </p:nvSpPr>
        <p:spPr>
          <a:xfrm>
            <a:off x="5577840" y="1174711"/>
            <a:ext cx="1005840" cy="1417320"/>
          </a:xfrm>
          <a:custGeom>
            <a:avLst>
              <a:gd name="f0" fmla="val 157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BE185D"/>
          </a:solidFill>
          <a:ln w="12701" cap="flat">
            <a:solidFill>
              <a:srgbClr val="BE185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CC9405D4-2D92-F65D-B8BA-370D789BC8D2}"/>
              </a:ext>
            </a:extLst>
          </p:cNvPr>
          <p:cNvSpPr/>
          <p:nvPr/>
        </p:nvSpPr>
        <p:spPr>
          <a:xfrm>
            <a:off x="5577840" y="1275066"/>
            <a:ext cx="1005840" cy="6583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 dirty="0">
                <a:solidFill>
                  <a:srgbClr val="FFFFFF"/>
                </a:solidFill>
                <a:uFillTx/>
                <a:latin typeface="Montserrat" pitchFamily="34"/>
              </a:rPr>
              <a:t>1</a:t>
            </a:r>
            <a:endParaRPr lang="en-US" sz="4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2733B47F-6508-E491-7392-9483EA77F93E}"/>
              </a:ext>
            </a:extLst>
          </p:cNvPr>
          <p:cNvSpPr/>
          <p:nvPr/>
        </p:nvSpPr>
        <p:spPr>
          <a:xfrm>
            <a:off x="5577840" y="1933434"/>
            <a:ext cx="1005840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 dirty="0" err="1">
                <a:solidFill>
                  <a:srgbClr val="FFCCE8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empres</a:t>
            </a:r>
            <a:r>
              <a:rPr lang="en-US" sz="900" b="0" i="0" u="none" strike="noStrike" kern="1200" cap="none" spc="0" baseline="0" dirty="0">
                <a:solidFill>
                  <a:srgbClr val="FFCCE8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-</a:t>
            </a: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 dirty="0" err="1">
                <a:solidFill>
                  <a:srgbClr val="FFCCE8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tado</a:t>
            </a: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B4937A80-FF01-3E97-31BD-93B82257026F}"/>
              </a:ext>
            </a:extLst>
          </p:cNvPr>
          <p:cNvSpPr/>
          <p:nvPr/>
        </p:nvSpPr>
        <p:spPr>
          <a:xfrm>
            <a:off x="6800092" y="1174711"/>
            <a:ext cx="566928" cy="1417320"/>
          </a:xfrm>
          <a:custGeom>
            <a:avLst>
              <a:gd name="f0" fmla="val 243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A6F6D69F-1BA0-6FD6-961B-4B9031314543}"/>
              </a:ext>
            </a:extLst>
          </p:cNvPr>
          <p:cNvSpPr/>
          <p:nvPr/>
        </p:nvSpPr>
        <p:spPr>
          <a:xfrm>
            <a:off x="6800092" y="1220202"/>
            <a:ext cx="566928" cy="54864"/>
          </a:xfrm>
          <a:prstGeom prst="rect">
            <a:avLst/>
          </a:prstGeom>
          <a:solidFill>
            <a:schemeClr val="accent6"/>
          </a:solidFill>
          <a:ln w="12701" cap="flat">
            <a:solidFill>
              <a:srgbClr val="E8A00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B97385E3-7958-3CD5-193C-E3533363E501}"/>
              </a:ext>
            </a:extLst>
          </p:cNvPr>
          <p:cNvSpPr/>
          <p:nvPr/>
        </p:nvSpPr>
        <p:spPr>
          <a:xfrm>
            <a:off x="6800092" y="1339074"/>
            <a:ext cx="566928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 dirty="0">
                <a:solidFill>
                  <a:schemeClr val="accent6">
                    <a:lumMod val="75000"/>
                  </a:schemeClr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1</a:t>
            </a:r>
            <a:endParaRPr lang="en-US" sz="2600" b="0" i="0" u="none" strike="noStrike" kern="1200" cap="none" spc="0" baseline="0" dirty="0">
              <a:solidFill>
                <a:schemeClr val="accent6">
                  <a:lumMod val="75000"/>
                </a:schemeClr>
              </a:solidFill>
              <a:uFillTx/>
              <a:latin typeface="Calibri"/>
            </a:endParaRP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1E965017-200D-01A9-88D8-6837C1514AE4}"/>
              </a:ext>
            </a:extLst>
          </p:cNvPr>
          <p:cNvSpPr/>
          <p:nvPr/>
        </p:nvSpPr>
        <p:spPr>
          <a:xfrm>
            <a:off x="6800092" y="1878570"/>
            <a:ext cx="566928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12701" tIns="12701" rIns="12701" bIns="12701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 dirty="0">
                <a:solidFill>
                  <a:schemeClr val="accent6">
                    <a:lumMod val="75000"/>
                  </a:schemeClr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QA</a:t>
            </a:r>
            <a:endParaRPr lang="en-US" sz="750" b="0" i="0" u="none" strike="noStrike" kern="1200" cap="none" spc="0" baseline="0" dirty="0">
              <a:solidFill>
                <a:schemeClr val="accent6">
                  <a:lumMod val="75000"/>
                </a:schemeClr>
              </a:solidFill>
              <a:uFillTx/>
              <a:latin typeface="Calibri"/>
            </a:endParaRPr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29DFA78C-DEA2-A7D7-1548-987B1F84E4DA}"/>
              </a:ext>
            </a:extLst>
          </p:cNvPr>
          <p:cNvSpPr/>
          <p:nvPr/>
        </p:nvSpPr>
        <p:spPr>
          <a:xfrm>
            <a:off x="7454543" y="1659114"/>
            <a:ext cx="219456" cy="219456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0030"/>
          </a:solidFill>
          <a:ln w="12701" cap="flat">
            <a:solidFill>
              <a:srgbClr val="1A003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16EC6723-E050-7195-566C-066B6E06DD8E}"/>
              </a:ext>
            </a:extLst>
          </p:cNvPr>
          <p:cNvSpPr/>
          <p:nvPr/>
        </p:nvSpPr>
        <p:spPr>
          <a:xfrm>
            <a:off x="7454543" y="1659114"/>
            <a:ext cx="219456" cy="2194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=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9AD353B5-AF80-9370-0649-18A1386D3609}"/>
              </a:ext>
            </a:extLst>
          </p:cNvPr>
          <p:cNvSpPr/>
          <p:nvPr/>
        </p:nvSpPr>
        <p:spPr>
          <a:xfrm>
            <a:off x="7756295" y="1174711"/>
            <a:ext cx="1234440" cy="1417320"/>
          </a:xfrm>
          <a:custGeom>
            <a:avLst>
              <a:gd name="f0" fmla="val 12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0030"/>
          </a:solidFill>
          <a:ln w="12701" cap="flat">
            <a:solidFill>
              <a:srgbClr val="1A003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CA56CFD4-5352-892E-3C58-47A21AAC0680}"/>
              </a:ext>
            </a:extLst>
          </p:cNvPr>
          <p:cNvSpPr/>
          <p:nvPr/>
        </p:nvSpPr>
        <p:spPr>
          <a:xfrm>
            <a:off x="7756295" y="1275066"/>
            <a:ext cx="1234440" cy="6583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 dirty="0">
                <a:solidFill>
                  <a:srgbClr val="FFFFFF"/>
                </a:solidFill>
                <a:uFillTx/>
                <a:latin typeface="Montserrat" pitchFamily="34"/>
              </a:rPr>
              <a:t>5</a:t>
            </a:r>
            <a:endParaRPr lang="en-US" sz="4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E6FF5AE6-864B-43E4-9594-F0F880EE69CE}"/>
              </a:ext>
            </a:extLst>
          </p:cNvPr>
          <p:cNvSpPr/>
          <p:nvPr/>
        </p:nvSpPr>
        <p:spPr>
          <a:xfrm>
            <a:off x="7756295" y="1933434"/>
            <a:ext cx="1234440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ECBBF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Squad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ECBBF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reforçada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5" name="Shape 56">
            <a:extLst>
              <a:ext uri="{FF2B5EF4-FFF2-40B4-BE49-F238E27FC236}">
                <a16:creationId xmlns:a16="http://schemas.microsoft.com/office/drawing/2014/main" id="{04BAADF1-09CF-4793-B6CC-84D850046284}"/>
              </a:ext>
            </a:extLst>
          </p:cNvPr>
          <p:cNvSpPr/>
          <p:nvPr/>
        </p:nvSpPr>
        <p:spPr>
          <a:xfrm>
            <a:off x="365760" y="2695065"/>
            <a:ext cx="11430000" cy="32918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E1F5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6" name="Text 57">
            <a:extLst>
              <a:ext uri="{FF2B5EF4-FFF2-40B4-BE49-F238E27FC236}">
                <a16:creationId xmlns:a16="http://schemas.microsoft.com/office/drawing/2014/main" id="{62E5DDF8-4804-6811-A238-4AD2277CFE01}"/>
              </a:ext>
            </a:extLst>
          </p:cNvPr>
          <p:cNvSpPr/>
          <p:nvPr/>
        </p:nvSpPr>
        <p:spPr>
          <a:xfrm>
            <a:off x="457200" y="2695065"/>
            <a:ext cx="1124712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7030A0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ℹ  Emprestados: 1 QA — paralelismo de projetos. Squad cresce de 4 para 5 pessoas (+25% de capacidade de pessoas) e de 153h para 174,2h (+13,9% de capacidade de horas).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57" name="Text 58">
            <a:extLst>
              <a:ext uri="{FF2B5EF4-FFF2-40B4-BE49-F238E27FC236}">
                <a16:creationId xmlns:a16="http://schemas.microsoft.com/office/drawing/2014/main" id="{D0BDDAA3-EA32-83BD-D23A-18F1DFF9E409}"/>
              </a:ext>
            </a:extLst>
          </p:cNvPr>
          <p:cNvSpPr/>
          <p:nvPr/>
        </p:nvSpPr>
        <p:spPr>
          <a:xfrm>
            <a:off x="365760" y="2997503"/>
            <a:ext cx="114300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7030A0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⏱  Capacidade por Sprint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8" name="Shape 59">
            <a:extLst>
              <a:ext uri="{FF2B5EF4-FFF2-40B4-BE49-F238E27FC236}">
                <a16:creationId xmlns:a16="http://schemas.microsoft.com/office/drawing/2014/main" id="{73490148-15BA-C14D-2C60-677A4AD1AAD9}"/>
              </a:ext>
            </a:extLst>
          </p:cNvPr>
          <p:cNvSpPr/>
          <p:nvPr/>
        </p:nvSpPr>
        <p:spPr>
          <a:xfrm>
            <a:off x="365760" y="3308399"/>
            <a:ext cx="11430000" cy="347472"/>
          </a:xfrm>
          <a:custGeom>
            <a:avLst>
              <a:gd name="f0" fmla="val 341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EDF5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9" name="Text 60">
            <a:extLst>
              <a:ext uri="{FF2B5EF4-FFF2-40B4-BE49-F238E27FC236}">
                <a16:creationId xmlns:a16="http://schemas.microsoft.com/office/drawing/2014/main" id="{AE9369E2-5698-A94E-4581-07E4C81ED604}"/>
              </a:ext>
            </a:extLst>
          </p:cNvPr>
          <p:cNvSpPr/>
          <p:nvPr/>
        </p:nvSpPr>
        <p:spPr>
          <a:xfrm>
            <a:off x="457200" y="3308399"/>
            <a:ext cx="1124712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A1A2E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Base:  6h úteis/dia  ×  9 dias  =  54h por pessoa por Sprint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0" name="Shape 61">
            <a:extLst>
              <a:ext uri="{FF2B5EF4-FFF2-40B4-BE49-F238E27FC236}">
                <a16:creationId xmlns:a16="http://schemas.microsoft.com/office/drawing/2014/main" id="{D28B7301-3952-9555-C263-EBD47660E582}"/>
              </a:ext>
            </a:extLst>
          </p:cNvPr>
          <p:cNvSpPr/>
          <p:nvPr/>
        </p:nvSpPr>
        <p:spPr>
          <a:xfrm>
            <a:off x="365760" y="3692447"/>
            <a:ext cx="1298448" cy="310896"/>
          </a:xfrm>
          <a:prstGeom prst="rect">
            <a:avLst/>
          </a:prstGeom>
          <a:solidFill>
            <a:srgbClr val="7030A0"/>
          </a:solidFill>
          <a:ln w="12701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1" name="Text 62">
            <a:extLst>
              <a:ext uri="{FF2B5EF4-FFF2-40B4-BE49-F238E27FC236}">
                <a16:creationId xmlns:a16="http://schemas.microsoft.com/office/drawing/2014/main" id="{FF71F40F-AAC6-AD1F-8F4D-A1F4605D9D88}"/>
              </a:ext>
            </a:extLst>
          </p:cNvPr>
          <p:cNvSpPr/>
          <p:nvPr/>
        </p:nvSpPr>
        <p:spPr>
          <a:xfrm>
            <a:off x="365760" y="3692447"/>
            <a:ext cx="129844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Frente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2" name="Shape 63">
            <a:extLst>
              <a:ext uri="{FF2B5EF4-FFF2-40B4-BE49-F238E27FC236}">
                <a16:creationId xmlns:a16="http://schemas.microsoft.com/office/drawing/2014/main" id="{1250A68E-E1B9-86D6-717C-2902A0DDFC3B}"/>
              </a:ext>
            </a:extLst>
          </p:cNvPr>
          <p:cNvSpPr/>
          <p:nvPr/>
        </p:nvSpPr>
        <p:spPr>
          <a:xfrm>
            <a:off x="1664208" y="3692447"/>
            <a:ext cx="2377440" cy="310896"/>
          </a:xfrm>
          <a:prstGeom prst="rect">
            <a:avLst/>
          </a:prstGeom>
          <a:solidFill>
            <a:srgbClr val="7030A0"/>
          </a:solidFill>
          <a:ln w="12701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3" name="Text 64">
            <a:extLst>
              <a:ext uri="{FF2B5EF4-FFF2-40B4-BE49-F238E27FC236}">
                <a16:creationId xmlns:a16="http://schemas.microsoft.com/office/drawing/2014/main" id="{7DF34D7F-C406-F8F0-4383-063B69A9986C}"/>
              </a:ext>
            </a:extLst>
          </p:cNvPr>
          <p:cNvSpPr/>
          <p:nvPr/>
        </p:nvSpPr>
        <p:spPr>
          <a:xfrm>
            <a:off x="1664208" y="3692447"/>
            <a:ext cx="2377440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Original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4" name="Shape 65">
            <a:extLst>
              <a:ext uri="{FF2B5EF4-FFF2-40B4-BE49-F238E27FC236}">
                <a16:creationId xmlns:a16="http://schemas.microsoft.com/office/drawing/2014/main" id="{B9F38410-FB56-8018-9297-4D6ADD3B8251}"/>
              </a:ext>
            </a:extLst>
          </p:cNvPr>
          <p:cNvSpPr/>
          <p:nvPr/>
        </p:nvSpPr>
        <p:spPr>
          <a:xfrm>
            <a:off x="4041648" y="3692447"/>
            <a:ext cx="2377440" cy="310896"/>
          </a:xfrm>
          <a:prstGeom prst="rect">
            <a:avLst/>
          </a:prstGeom>
          <a:solidFill>
            <a:srgbClr val="7030A0"/>
          </a:solidFill>
          <a:ln w="12701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5" name="Text 66">
            <a:extLst>
              <a:ext uri="{FF2B5EF4-FFF2-40B4-BE49-F238E27FC236}">
                <a16:creationId xmlns:a16="http://schemas.microsoft.com/office/drawing/2014/main" id="{7CFE4C56-6916-7E06-B21E-FCE836CA7405}"/>
              </a:ext>
            </a:extLst>
          </p:cNvPr>
          <p:cNvSpPr/>
          <p:nvPr/>
        </p:nvSpPr>
        <p:spPr>
          <a:xfrm>
            <a:off x="4041648" y="3692447"/>
            <a:ext cx="2377440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+ Reforço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6" name="Shape 67">
            <a:extLst>
              <a:ext uri="{FF2B5EF4-FFF2-40B4-BE49-F238E27FC236}">
                <a16:creationId xmlns:a16="http://schemas.microsoft.com/office/drawing/2014/main" id="{38D14E10-06CC-2D64-795A-10357C0B4E3E}"/>
              </a:ext>
            </a:extLst>
          </p:cNvPr>
          <p:cNvSpPr/>
          <p:nvPr/>
        </p:nvSpPr>
        <p:spPr>
          <a:xfrm>
            <a:off x="6419088" y="3692447"/>
            <a:ext cx="2697479" cy="310896"/>
          </a:xfrm>
          <a:prstGeom prst="rect">
            <a:avLst/>
          </a:prstGeom>
          <a:solidFill>
            <a:srgbClr val="7030A0"/>
          </a:solidFill>
          <a:ln w="12701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7" name="Text 68">
            <a:extLst>
              <a:ext uri="{FF2B5EF4-FFF2-40B4-BE49-F238E27FC236}">
                <a16:creationId xmlns:a16="http://schemas.microsoft.com/office/drawing/2014/main" id="{0C372CCF-99E6-0EBC-6893-CC60C8DC5933}"/>
              </a:ext>
            </a:extLst>
          </p:cNvPr>
          <p:cNvSpPr/>
          <p:nvPr/>
        </p:nvSpPr>
        <p:spPr>
          <a:xfrm>
            <a:off x="6419088" y="3692447"/>
            <a:ext cx="2697479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Total Reforçado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8" name="Shape 69">
            <a:extLst>
              <a:ext uri="{FF2B5EF4-FFF2-40B4-BE49-F238E27FC236}">
                <a16:creationId xmlns:a16="http://schemas.microsoft.com/office/drawing/2014/main" id="{3C4D6552-6C6E-C363-6568-0D68773ACDCB}"/>
              </a:ext>
            </a:extLst>
          </p:cNvPr>
          <p:cNvSpPr/>
          <p:nvPr/>
        </p:nvSpPr>
        <p:spPr>
          <a:xfrm>
            <a:off x="365760" y="4003343"/>
            <a:ext cx="1298448" cy="402336"/>
          </a:xfrm>
          <a:prstGeom prst="rect">
            <a:avLst/>
          </a:prstGeom>
          <a:solidFill>
            <a:srgbClr val="0070C0"/>
          </a:solidFill>
          <a:ln w="12701" cap="flat">
            <a:solidFill>
              <a:srgbClr val="0070C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9" name="Text 70">
            <a:extLst>
              <a:ext uri="{FF2B5EF4-FFF2-40B4-BE49-F238E27FC236}">
                <a16:creationId xmlns:a16="http://schemas.microsoft.com/office/drawing/2014/main" id="{C965D34E-D50A-BCEE-F9B8-006416F76EB3}"/>
              </a:ext>
            </a:extLst>
          </p:cNvPr>
          <p:cNvSpPr/>
          <p:nvPr/>
        </p:nvSpPr>
        <p:spPr>
          <a:xfrm>
            <a:off x="365760" y="4003343"/>
            <a:ext cx="1298448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Front-end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0" name="Shape 71">
            <a:extLst>
              <a:ext uri="{FF2B5EF4-FFF2-40B4-BE49-F238E27FC236}">
                <a16:creationId xmlns:a16="http://schemas.microsoft.com/office/drawing/2014/main" id="{E73A49D5-E629-536A-942C-A5A9116CB771}"/>
              </a:ext>
            </a:extLst>
          </p:cNvPr>
          <p:cNvSpPr/>
          <p:nvPr/>
        </p:nvSpPr>
        <p:spPr>
          <a:xfrm>
            <a:off x="1664208" y="4003343"/>
            <a:ext cx="2377440" cy="40233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1" name="Text 72">
            <a:extLst>
              <a:ext uri="{FF2B5EF4-FFF2-40B4-BE49-F238E27FC236}">
                <a16:creationId xmlns:a16="http://schemas.microsoft.com/office/drawing/2014/main" id="{414A800D-FD82-90A1-B2E3-03C9A61241CD}"/>
              </a:ext>
            </a:extLst>
          </p:cNvPr>
          <p:cNvSpPr/>
          <p:nvPr/>
        </p:nvSpPr>
        <p:spPr>
          <a:xfrm>
            <a:off x="1737360" y="4003343"/>
            <a:ext cx="1236268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888888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1 × 54h =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2" name="Text 73">
            <a:extLst>
              <a:ext uri="{FF2B5EF4-FFF2-40B4-BE49-F238E27FC236}">
                <a16:creationId xmlns:a16="http://schemas.microsoft.com/office/drawing/2014/main" id="{54E81DF9-9C95-DE6E-CF7F-F1516E93779D}"/>
              </a:ext>
            </a:extLst>
          </p:cNvPr>
          <p:cNvSpPr/>
          <p:nvPr/>
        </p:nvSpPr>
        <p:spPr>
          <a:xfrm>
            <a:off x="2900476" y="4003343"/>
            <a:ext cx="1046073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dirty="0">
                <a:solidFill>
                  <a:srgbClr val="0070C0"/>
                </a:solidFill>
                <a:latin typeface="Montserrat" pitchFamily="34"/>
                <a:ea typeface="Montserrat" pitchFamily="34"/>
                <a:cs typeface="Montserrat" pitchFamily="34"/>
              </a:rPr>
              <a:t>54</a:t>
            </a:r>
            <a:r>
              <a:rPr lang="en-US" sz="1300" b="1" i="0" u="none" strike="noStrike" kern="1200" cap="none" spc="0" baseline="0" dirty="0">
                <a:solidFill>
                  <a:srgbClr val="0070C0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h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3" name="Shape 74">
            <a:extLst>
              <a:ext uri="{FF2B5EF4-FFF2-40B4-BE49-F238E27FC236}">
                <a16:creationId xmlns:a16="http://schemas.microsoft.com/office/drawing/2014/main" id="{955000F4-25B8-1399-AC73-74994288E752}"/>
              </a:ext>
            </a:extLst>
          </p:cNvPr>
          <p:cNvSpPr/>
          <p:nvPr/>
        </p:nvSpPr>
        <p:spPr>
          <a:xfrm>
            <a:off x="4041648" y="4003343"/>
            <a:ext cx="2377440" cy="40233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4" name="Text 75">
            <a:extLst>
              <a:ext uri="{FF2B5EF4-FFF2-40B4-BE49-F238E27FC236}">
                <a16:creationId xmlns:a16="http://schemas.microsoft.com/office/drawing/2014/main" id="{7B7D4A4E-19EB-FE00-53E6-22706C5744D8}"/>
              </a:ext>
            </a:extLst>
          </p:cNvPr>
          <p:cNvSpPr/>
          <p:nvPr/>
        </p:nvSpPr>
        <p:spPr>
          <a:xfrm>
            <a:off x="4041648" y="4003343"/>
            <a:ext cx="237744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DDDDDD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—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5" name="Shape 76">
            <a:extLst>
              <a:ext uri="{FF2B5EF4-FFF2-40B4-BE49-F238E27FC236}">
                <a16:creationId xmlns:a16="http://schemas.microsoft.com/office/drawing/2014/main" id="{3ACA4090-D7C3-60DB-1C4A-08260BAA26D5}"/>
              </a:ext>
            </a:extLst>
          </p:cNvPr>
          <p:cNvSpPr/>
          <p:nvPr/>
        </p:nvSpPr>
        <p:spPr>
          <a:xfrm>
            <a:off x="6419088" y="4003343"/>
            <a:ext cx="2697479" cy="402336"/>
          </a:xfrm>
          <a:prstGeom prst="rect">
            <a:avLst/>
          </a:prstGeom>
          <a:solidFill>
            <a:schemeClr val="bg1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t-BR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Text 77">
            <a:extLst>
              <a:ext uri="{FF2B5EF4-FFF2-40B4-BE49-F238E27FC236}">
                <a16:creationId xmlns:a16="http://schemas.microsoft.com/office/drawing/2014/main" id="{F36EA7FF-6D46-B084-59AC-36F90F4E38EC}"/>
              </a:ext>
            </a:extLst>
          </p:cNvPr>
          <p:cNvSpPr/>
          <p:nvPr/>
        </p:nvSpPr>
        <p:spPr>
          <a:xfrm>
            <a:off x="6419088" y="4003343"/>
            <a:ext cx="2697479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7" name="Shape 78">
            <a:extLst>
              <a:ext uri="{FF2B5EF4-FFF2-40B4-BE49-F238E27FC236}">
                <a16:creationId xmlns:a16="http://schemas.microsoft.com/office/drawing/2014/main" id="{87E86A7E-3427-5A32-8154-045097093E92}"/>
              </a:ext>
            </a:extLst>
          </p:cNvPr>
          <p:cNvSpPr/>
          <p:nvPr/>
        </p:nvSpPr>
        <p:spPr>
          <a:xfrm>
            <a:off x="365760" y="4405679"/>
            <a:ext cx="1298448" cy="402336"/>
          </a:xfrm>
          <a:prstGeom prst="rect">
            <a:avLst/>
          </a:prstGeom>
          <a:solidFill>
            <a:srgbClr val="F97316"/>
          </a:solidFill>
          <a:ln w="12701" cap="flat">
            <a:solidFill>
              <a:srgbClr val="F9731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8" name="Text 79">
            <a:extLst>
              <a:ext uri="{FF2B5EF4-FFF2-40B4-BE49-F238E27FC236}">
                <a16:creationId xmlns:a16="http://schemas.microsoft.com/office/drawing/2014/main" id="{251BC742-4F92-9A6A-F638-7FBA56F42182}"/>
              </a:ext>
            </a:extLst>
          </p:cNvPr>
          <p:cNvSpPr/>
          <p:nvPr/>
        </p:nvSpPr>
        <p:spPr>
          <a:xfrm>
            <a:off x="365760" y="4405679"/>
            <a:ext cx="1298448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Back-end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9" name="Shape 80">
            <a:extLst>
              <a:ext uri="{FF2B5EF4-FFF2-40B4-BE49-F238E27FC236}">
                <a16:creationId xmlns:a16="http://schemas.microsoft.com/office/drawing/2014/main" id="{88517B3A-230D-A5EE-B2AF-DAC00DB28F46}"/>
              </a:ext>
            </a:extLst>
          </p:cNvPr>
          <p:cNvSpPr/>
          <p:nvPr/>
        </p:nvSpPr>
        <p:spPr>
          <a:xfrm>
            <a:off x="1664208" y="4405679"/>
            <a:ext cx="2377440" cy="402336"/>
          </a:xfrm>
          <a:prstGeom prst="rect">
            <a:avLst/>
          </a:prstGeom>
          <a:solidFill>
            <a:schemeClr val="bg1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0" name="Text 81">
            <a:extLst>
              <a:ext uri="{FF2B5EF4-FFF2-40B4-BE49-F238E27FC236}">
                <a16:creationId xmlns:a16="http://schemas.microsoft.com/office/drawing/2014/main" id="{4722C4ED-ED0E-4887-0064-EF98FC9BDFAD}"/>
              </a:ext>
            </a:extLst>
          </p:cNvPr>
          <p:cNvSpPr/>
          <p:nvPr/>
        </p:nvSpPr>
        <p:spPr>
          <a:xfrm>
            <a:off x="1737360" y="4405679"/>
            <a:ext cx="1236268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1" name="Text 82">
            <a:extLst>
              <a:ext uri="{FF2B5EF4-FFF2-40B4-BE49-F238E27FC236}">
                <a16:creationId xmlns:a16="http://schemas.microsoft.com/office/drawing/2014/main" id="{BCFBCDAE-28F5-5FAB-4440-936274413ED1}"/>
              </a:ext>
            </a:extLst>
          </p:cNvPr>
          <p:cNvSpPr/>
          <p:nvPr/>
        </p:nvSpPr>
        <p:spPr>
          <a:xfrm>
            <a:off x="2900476" y="4405679"/>
            <a:ext cx="1046073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7" name="Shape 88">
            <a:extLst>
              <a:ext uri="{FF2B5EF4-FFF2-40B4-BE49-F238E27FC236}">
                <a16:creationId xmlns:a16="http://schemas.microsoft.com/office/drawing/2014/main" id="{12EB5702-3A18-DBB2-1C50-D8D2D26F3F07}"/>
              </a:ext>
            </a:extLst>
          </p:cNvPr>
          <p:cNvSpPr/>
          <p:nvPr/>
        </p:nvSpPr>
        <p:spPr>
          <a:xfrm>
            <a:off x="365760" y="4808015"/>
            <a:ext cx="1298448" cy="402336"/>
          </a:xfrm>
          <a:prstGeom prst="rect">
            <a:avLst/>
          </a:prstGeom>
          <a:solidFill>
            <a:srgbClr val="E8A000"/>
          </a:solidFill>
          <a:ln w="12701" cap="flat">
            <a:solidFill>
              <a:srgbClr val="E8A00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8" name="Text 89">
            <a:extLst>
              <a:ext uri="{FF2B5EF4-FFF2-40B4-BE49-F238E27FC236}">
                <a16:creationId xmlns:a16="http://schemas.microsoft.com/office/drawing/2014/main" id="{220479AE-FFA7-D9FB-0BEC-2AED23233187}"/>
              </a:ext>
            </a:extLst>
          </p:cNvPr>
          <p:cNvSpPr/>
          <p:nvPr/>
        </p:nvSpPr>
        <p:spPr>
          <a:xfrm>
            <a:off x="365760" y="4808015"/>
            <a:ext cx="1298448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Tech Lead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9" name="Shape 90">
            <a:extLst>
              <a:ext uri="{FF2B5EF4-FFF2-40B4-BE49-F238E27FC236}">
                <a16:creationId xmlns:a16="http://schemas.microsoft.com/office/drawing/2014/main" id="{D340AD5D-2B95-4E60-69A8-85745083DF7C}"/>
              </a:ext>
            </a:extLst>
          </p:cNvPr>
          <p:cNvSpPr/>
          <p:nvPr/>
        </p:nvSpPr>
        <p:spPr>
          <a:xfrm>
            <a:off x="1664208" y="4808015"/>
            <a:ext cx="2377440" cy="40233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0" name="Text 91">
            <a:extLst>
              <a:ext uri="{FF2B5EF4-FFF2-40B4-BE49-F238E27FC236}">
                <a16:creationId xmlns:a16="http://schemas.microsoft.com/office/drawing/2014/main" id="{F28086B3-6FD3-BDDB-5378-639E8366C885}"/>
              </a:ext>
            </a:extLst>
          </p:cNvPr>
          <p:cNvSpPr/>
          <p:nvPr/>
        </p:nvSpPr>
        <p:spPr>
          <a:xfrm>
            <a:off x="1737360" y="4808015"/>
            <a:ext cx="1236268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888888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1 × 54h =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91" name="Text 92">
            <a:extLst>
              <a:ext uri="{FF2B5EF4-FFF2-40B4-BE49-F238E27FC236}">
                <a16:creationId xmlns:a16="http://schemas.microsoft.com/office/drawing/2014/main" id="{7A78B3EE-4373-C3C1-98B6-98D54654AF47}"/>
              </a:ext>
            </a:extLst>
          </p:cNvPr>
          <p:cNvSpPr/>
          <p:nvPr/>
        </p:nvSpPr>
        <p:spPr>
          <a:xfrm>
            <a:off x="2900476" y="4808015"/>
            <a:ext cx="1046073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dirty="0">
                <a:solidFill>
                  <a:srgbClr val="E8A000"/>
                </a:solidFill>
                <a:latin typeface="Montserrat"/>
              </a:rPr>
              <a:t>54</a:t>
            </a:r>
            <a:r>
              <a:rPr lang="en-US" sz="1300" b="1" i="0" u="none" strike="noStrike" kern="1200" cap="none" spc="0" baseline="0" dirty="0">
                <a:solidFill>
                  <a:srgbClr val="E8A000"/>
                </a:solidFill>
                <a:uFillTx/>
                <a:latin typeface="Montserrat"/>
              </a:rPr>
              <a:t>h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5" name="Shape 96">
            <a:extLst>
              <a:ext uri="{FF2B5EF4-FFF2-40B4-BE49-F238E27FC236}">
                <a16:creationId xmlns:a16="http://schemas.microsoft.com/office/drawing/2014/main" id="{A5A524B2-4EE1-4A31-A77D-BB165478A7B9}"/>
              </a:ext>
            </a:extLst>
          </p:cNvPr>
          <p:cNvSpPr/>
          <p:nvPr/>
        </p:nvSpPr>
        <p:spPr>
          <a:xfrm>
            <a:off x="6419088" y="4808015"/>
            <a:ext cx="2697479" cy="402336"/>
          </a:xfrm>
          <a:prstGeom prst="rect">
            <a:avLst/>
          </a:prstGeom>
          <a:solidFill>
            <a:schemeClr val="bg1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pt-BR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Text 97">
            <a:extLst>
              <a:ext uri="{FF2B5EF4-FFF2-40B4-BE49-F238E27FC236}">
                <a16:creationId xmlns:a16="http://schemas.microsoft.com/office/drawing/2014/main" id="{EB4F6E3D-6F9F-29CB-98AB-78D2ADAAEE88}"/>
              </a:ext>
            </a:extLst>
          </p:cNvPr>
          <p:cNvSpPr/>
          <p:nvPr/>
        </p:nvSpPr>
        <p:spPr>
          <a:xfrm>
            <a:off x="6419088" y="4808015"/>
            <a:ext cx="2697479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 b="0" i="0" u="none" strike="noStrike" kern="1200" cap="none" spc="0" baseline="0" dirty="0">
              <a:solidFill>
                <a:srgbClr val="C00000"/>
              </a:solidFill>
              <a:uFillTx/>
              <a:latin typeface="Calibri"/>
            </a:endParaRPr>
          </a:p>
        </p:txBody>
      </p:sp>
      <p:sp>
        <p:nvSpPr>
          <p:cNvPr id="97" name="Shape 98">
            <a:extLst>
              <a:ext uri="{FF2B5EF4-FFF2-40B4-BE49-F238E27FC236}">
                <a16:creationId xmlns:a16="http://schemas.microsoft.com/office/drawing/2014/main" id="{3A2CD4D1-9EB4-78EC-5224-EE98F60F22D4}"/>
              </a:ext>
            </a:extLst>
          </p:cNvPr>
          <p:cNvSpPr/>
          <p:nvPr/>
        </p:nvSpPr>
        <p:spPr>
          <a:xfrm>
            <a:off x="365760" y="5210351"/>
            <a:ext cx="1298448" cy="402336"/>
          </a:xfrm>
          <a:prstGeom prst="rect">
            <a:avLst/>
          </a:prstGeom>
          <a:solidFill>
            <a:srgbClr val="CC2222"/>
          </a:solidFill>
          <a:ln w="12701" cap="flat">
            <a:solidFill>
              <a:srgbClr val="CC222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8" name="Text 99">
            <a:extLst>
              <a:ext uri="{FF2B5EF4-FFF2-40B4-BE49-F238E27FC236}">
                <a16:creationId xmlns:a16="http://schemas.microsoft.com/office/drawing/2014/main" id="{E0E52397-CCC2-FE58-6131-859BC821D519}"/>
              </a:ext>
            </a:extLst>
          </p:cNvPr>
          <p:cNvSpPr/>
          <p:nvPr/>
        </p:nvSpPr>
        <p:spPr>
          <a:xfrm>
            <a:off x="365760" y="5210351"/>
            <a:ext cx="1298448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Bombeiro</a:t>
            </a:r>
            <a:endParaRPr lang="en-US" sz="9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3" name="Text 104">
            <a:extLst>
              <a:ext uri="{FF2B5EF4-FFF2-40B4-BE49-F238E27FC236}">
                <a16:creationId xmlns:a16="http://schemas.microsoft.com/office/drawing/2014/main" id="{C28CDEDA-F2AE-99E8-7A64-AC959FAD18F1}"/>
              </a:ext>
            </a:extLst>
          </p:cNvPr>
          <p:cNvSpPr/>
          <p:nvPr/>
        </p:nvSpPr>
        <p:spPr>
          <a:xfrm>
            <a:off x="4041648" y="5210351"/>
            <a:ext cx="237744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DDDDDD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—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5" name="Text 106">
            <a:extLst>
              <a:ext uri="{FF2B5EF4-FFF2-40B4-BE49-F238E27FC236}">
                <a16:creationId xmlns:a16="http://schemas.microsoft.com/office/drawing/2014/main" id="{52ABDFAA-6E2F-C9A0-E119-DA52771E4CCE}"/>
              </a:ext>
            </a:extLst>
          </p:cNvPr>
          <p:cNvSpPr/>
          <p:nvPr/>
        </p:nvSpPr>
        <p:spPr>
          <a:xfrm>
            <a:off x="6419088" y="5210351"/>
            <a:ext cx="2697479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6" name="Shape 107">
            <a:extLst>
              <a:ext uri="{FF2B5EF4-FFF2-40B4-BE49-F238E27FC236}">
                <a16:creationId xmlns:a16="http://schemas.microsoft.com/office/drawing/2014/main" id="{81065DB7-64EA-706E-75D7-DDA0EC490BB6}"/>
              </a:ext>
            </a:extLst>
          </p:cNvPr>
          <p:cNvSpPr/>
          <p:nvPr/>
        </p:nvSpPr>
        <p:spPr>
          <a:xfrm>
            <a:off x="365760" y="5612687"/>
            <a:ext cx="1298448" cy="402336"/>
          </a:xfrm>
          <a:prstGeom prst="rect">
            <a:avLst/>
          </a:prstGeom>
          <a:solidFill>
            <a:srgbClr val="10B981"/>
          </a:solidFill>
          <a:ln w="12701" cap="flat">
            <a:solidFill>
              <a:srgbClr val="10B98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7" name="Text 108">
            <a:extLst>
              <a:ext uri="{FF2B5EF4-FFF2-40B4-BE49-F238E27FC236}">
                <a16:creationId xmlns:a16="http://schemas.microsoft.com/office/drawing/2014/main" id="{F472CCEF-B3E1-F72F-99F2-DAC86F3D7E8F}"/>
              </a:ext>
            </a:extLst>
          </p:cNvPr>
          <p:cNvSpPr/>
          <p:nvPr/>
        </p:nvSpPr>
        <p:spPr>
          <a:xfrm>
            <a:off x="365760" y="5612687"/>
            <a:ext cx="1298448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QA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8" name="Shape 109">
            <a:extLst>
              <a:ext uri="{FF2B5EF4-FFF2-40B4-BE49-F238E27FC236}">
                <a16:creationId xmlns:a16="http://schemas.microsoft.com/office/drawing/2014/main" id="{39E3A648-2758-9178-9489-4D29DEA25D5B}"/>
              </a:ext>
            </a:extLst>
          </p:cNvPr>
          <p:cNvSpPr/>
          <p:nvPr/>
        </p:nvSpPr>
        <p:spPr>
          <a:xfrm>
            <a:off x="1664208" y="5612687"/>
            <a:ext cx="2377440" cy="402336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9" name="Text 110">
            <a:extLst>
              <a:ext uri="{FF2B5EF4-FFF2-40B4-BE49-F238E27FC236}">
                <a16:creationId xmlns:a16="http://schemas.microsoft.com/office/drawing/2014/main" id="{D14F67EA-63F5-AEBF-4F71-AD417CDA2A37}"/>
              </a:ext>
            </a:extLst>
          </p:cNvPr>
          <p:cNvSpPr/>
          <p:nvPr/>
        </p:nvSpPr>
        <p:spPr>
          <a:xfrm>
            <a:off x="1737360" y="5612687"/>
            <a:ext cx="1236268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888888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 xml:space="preserve">1 × </a:t>
            </a:r>
            <a:r>
              <a:rPr lang="en-US" sz="850" dirty="0">
                <a:solidFill>
                  <a:srgbClr val="888888"/>
                </a:solidFill>
                <a:latin typeface="Century Gothic"/>
                <a:ea typeface="Century Gothic" pitchFamily="34"/>
                <a:cs typeface="Century Gothic" pitchFamily="34"/>
              </a:rPr>
              <a:t>27</a:t>
            </a:r>
            <a:r>
              <a:rPr lang="en-US" sz="850" b="0" i="0" u="none" strike="noStrike" kern="1200" cap="none" spc="0" baseline="0" dirty="0">
                <a:solidFill>
                  <a:srgbClr val="888888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h =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110" name="Text 111">
            <a:extLst>
              <a:ext uri="{FF2B5EF4-FFF2-40B4-BE49-F238E27FC236}">
                <a16:creationId xmlns:a16="http://schemas.microsoft.com/office/drawing/2014/main" id="{0993D777-C20B-0287-5810-F4AAF8602EB4}"/>
              </a:ext>
            </a:extLst>
          </p:cNvPr>
          <p:cNvSpPr/>
          <p:nvPr/>
        </p:nvSpPr>
        <p:spPr>
          <a:xfrm>
            <a:off x="2900476" y="5612687"/>
            <a:ext cx="1046073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10B981"/>
                </a:solidFill>
                <a:uFillTx/>
                <a:latin typeface="Montserrat"/>
              </a:rPr>
              <a:t>27h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6" name="Shape 117">
            <a:extLst>
              <a:ext uri="{FF2B5EF4-FFF2-40B4-BE49-F238E27FC236}">
                <a16:creationId xmlns:a16="http://schemas.microsoft.com/office/drawing/2014/main" id="{8EC9711B-AC90-DF80-9598-CECAB589F8F5}"/>
              </a:ext>
            </a:extLst>
          </p:cNvPr>
          <p:cNvSpPr/>
          <p:nvPr/>
        </p:nvSpPr>
        <p:spPr>
          <a:xfrm>
            <a:off x="365760" y="6015023"/>
            <a:ext cx="1298448" cy="402336"/>
          </a:xfrm>
          <a:prstGeom prst="rect">
            <a:avLst/>
          </a:prstGeom>
          <a:solidFill>
            <a:srgbClr val="2563EB"/>
          </a:solidFill>
          <a:ln w="12701" cap="flat">
            <a:solidFill>
              <a:srgbClr val="6D28D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7" name="Text 118">
            <a:extLst>
              <a:ext uri="{FF2B5EF4-FFF2-40B4-BE49-F238E27FC236}">
                <a16:creationId xmlns:a16="http://schemas.microsoft.com/office/drawing/2014/main" id="{DF9FE8C0-46E4-60A3-FBFC-CC1EAA33451F}"/>
              </a:ext>
            </a:extLst>
          </p:cNvPr>
          <p:cNvSpPr/>
          <p:nvPr/>
        </p:nvSpPr>
        <p:spPr>
          <a:xfrm>
            <a:off x="365760" y="6015023"/>
            <a:ext cx="1298448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Agilista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8" name="Shape 119">
            <a:extLst>
              <a:ext uri="{FF2B5EF4-FFF2-40B4-BE49-F238E27FC236}">
                <a16:creationId xmlns:a16="http://schemas.microsoft.com/office/drawing/2014/main" id="{2E8E18F0-FC59-023D-3763-43E64BF78AF2}"/>
              </a:ext>
            </a:extLst>
          </p:cNvPr>
          <p:cNvSpPr/>
          <p:nvPr/>
        </p:nvSpPr>
        <p:spPr>
          <a:xfrm>
            <a:off x="1664208" y="6015023"/>
            <a:ext cx="2377440" cy="402336"/>
          </a:xfrm>
          <a:prstGeom prst="rect">
            <a:avLst/>
          </a:prstGeom>
          <a:solidFill>
            <a:srgbClr val="F9F7FF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9" name="Text 120">
            <a:extLst>
              <a:ext uri="{FF2B5EF4-FFF2-40B4-BE49-F238E27FC236}">
                <a16:creationId xmlns:a16="http://schemas.microsoft.com/office/drawing/2014/main" id="{A63AC473-CF03-F042-BBF6-FA31697CE172}"/>
              </a:ext>
            </a:extLst>
          </p:cNvPr>
          <p:cNvSpPr/>
          <p:nvPr/>
        </p:nvSpPr>
        <p:spPr>
          <a:xfrm>
            <a:off x="1737360" y="6015023"/>
            <a:ext cx="1236268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888888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1 × 18h =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120" name="Text 121">
            <a:extLst>
              <a:ext uri="{FF2B5EF4-FFF2-40B4-BE49-F238E27FC236}">
                <a16:creationId xmlns:a16="http://schemas.microsoft.com/office/drawing/2014/main" id="{C5B76118-F3C8-18F6-B655-390E7CC5AEE7}"/>
              </a:ext>
            </a:extLst>
          </p:cNvPr>
          <p:cNvSpPr/>
          <p:nvPr/>
        </p:nvSpPr>
        <p:spPr>
          <a:xfrm>
            <a:off x="2900476" y="6015023"/>
            <a:ext cx="1046073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dirty="0">
                <a:solidFill>
                  <a:srgbClr val="2563EB"/>
                </a:solidFill>
                <a:latin typeface="Montserrat"/>
              </a:rPr>
              <a:t>1</a:t>
            </a:r>
            <a:r>
              <a:rPr lang="en-US" sz="1300" b="1" i="0" u="none" strike="noStrike" kern="1200" cap="none" spc="0" baseline="0" dirty="0">
                <a:solidFill>
                  <a:srgbClr val="2563EB"/>
                </a:solidFill>
                <a:uFillTx/>
                <a:latin typeface="Montserrat"/>
              </a:rPr>
              <a:t>8h</a:t>
            </a:r>
            <a:endParaRPr lang="en-US" sz="1300" b="0" i="0" u="none" strike="noStrike" kern="1200" cap="none" spc="0" baseline="0" dirty="0">
              <a:solidFill>
                <a:srgbClr val="2563EB"/>
              </a:solidFill>
              <a:uFillTx/>
              <a:latin typeface="Calibri"/>
            </a:endParaRPr>
          </a:p>
        </p:txBody>
      </p:sp>
      <p:sp>
        <p:nvSpPr>
          <p:cNvPr id="121" name="Shape 122">
            <a:extLst>
              <a:ext uri="{FF2B5EF4-FFF2-40B4-BE49-F238E27FC236}">
                <a16:creationId xmlns:a16="http://schemas.microsoft.com/office/drawing/2014/main" id="{203291AC-80D2-B83B-316D-4FF7A09E519E}"/>
              </a:ext>
            </a:extLst>
          </p:cNvPr>
          <p:cNvSpPr/>
          <p:nvPr/>
        </p:nvSpPr>
        <p:spPr>
          <a:xfrm>
            <a:off x="4041648" y="6015023"/>
            <a:ext cx="2377440" cy="402336"/>
          </a:xfrm>
          <a:prstGeom prst="rect">
            <a:avLst/>
          </a:prstGeom>
          <a:solidFill>
            <a:srgbClr val="F9F7FF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2" name="Text 123">
            <a:extLst>
              <a:ext uri="{FF2B5EF4-FFF2-40B4-BE49-F238E27FC236}">
                <a16:creationId xmlns:a16="http://schemas.microsoft.com/office/drawing/2014/main" id="{6F2E1FEC-211B-0760-E07E-03229FD85909}"/>
              </a:ext>
            </a:extLst>
          </p:cNvPr>
          <p:cNvSpPr/>
          <p:nvPr/>
        </p:nvSpPr>
        <p:spPr>
          <a:xfrm>
            <a:off x="4041648" y="6015023"/>
            <a:ext cx="2377440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DDDDDD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—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3" name="Shape 124">
            <a:extLst>
              <a:ext uri="{FF2B5EF4-FFF2-40B4-BE49-F238E27FC236}">
                <a16:creationId xmlns:a16="http://schemas.microsoft.com/office/drawing/2014/main" id="{4A93F492-2EE4-84FE-BA46-0C176F35420B}"/>
              </a:ext>
            </a:extLst>
          </p:cNvPr>
          <p:cNvSpPr/>
          <p:nvPr/>
        </p:nvSpPr>
        <p:spPr>
          <a:xfrm>
            <a:off x="6419088" y="6015023"/>
            <a:ext cx="2697479" cy="402336"/>
          </a:xfrm>
          <a:prstGeom prst="rect">
            <a:avLst/>
          </a:prstGeom>
          <a:solidFill>
            <a:srgbClr val="F9F7FF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4" name="Text 125">
            <a:extLst>
              <a:ext uri="{FF2B5EF4-FFF2-40B4-BE49-F238E27FC236}">
                <a16:creationId xmlns:a16="http://schemas.microsoft.com/office/drawing/2014/main" id="{C7E933A3-3E25-6F65-B80D-C1E63F9871BA}"/>
              </a:ext>
            </a:extLst>
          </p:cNvPr>
          <p:cNvSpPr/>
          <p:nvPr/>
        </p:nvSpPr>
        <p:spPr>
          <a:xfrm>
            <a:off x="6419088" y="6015023"/>
            <a:ext cx="2697479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 b="0" i="0" u="none" strike="noStrike" kern="1200" cap="none" spc="0" baseline="0">
              <a:solidFill>
                <a:srgbClr val="2563EB"/>
              </a:solidFill>
              <a:uFillTx/>
              <a:latin typeface="Calibri"/>
            </a:endParaRPr>
          </a:p>
        </p:txBody>
      </p:sp>
      <p:sp>
        <p:nvSpPr>
          <p:cNvPr id="125" name="Shape 126">
            <a:extLst>
              <a:ext uri="{FF2B5EF4-FFF2-40B4-BE49-F238E27FC236}">
                <a16:creationId xmlns:a16="http://schemas.microsoft.com/office/drawing/2014/main" id="{64A4BA47-8A98-4410-2F77-38C17DE157AF}"/>
              </a:ext>
            </a:extLst>
          </p:cNvPr>
          <p:cNvSpPr/>
          <p:nvPr/>
        </p:nvSpPr>
        <p:spPr>
          <a:xfrm>
            <a:off x="365760" y="6417359"/>
            <a:ext cx="1298448" cy="420624"/>
          </a:xfrm>
          <a:prstGeom prst="rect">
            <a:avLst/>
          </a:prstGeom>
          <a:solidFill>
            <a:srgbClr val="1A0030"/>
          </a:solidFill>
          <a:ln w="12701" cap="flat">
            <a:solidFill>
              <a:srgbClr val="1A003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6" name="Text 127">
            <a:extLst>
              <a:ext uri="{FF2B5EF4-FFF2-40B4-BE49-F238E27FC236}">
                <a16:creationId xmlns:a16="http://schemas.microsoft.com/office/drawing/2014/main" id="{95B39359-31F2-0046-4D83-41F6675154C2}"/>
              </a:ext>
            </a:extLst>
          </p:cNvPr>
          <p:cNvSpPr/>
          <p:nvPr/>
        </p:nvSpPr>
        <p:spPr>
          <a:xfrm>
            <a:off x="365760" y="6417359"/>
            <a:ext cx="1298448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Total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7" name="Shape 128">
            <a:extLst>
              <a:ext uri="{FF2B5EF4-FFF2-40B4-BE49-F238E27FC236}">
                <a16:creationId xmlns:a16="http://schemas.microsoft.com/office/drawing/2014/main" id="{07E7E3FE-B0A6-A17D-7ED5-42BFA970EA3C}"/>
              </a:ext>
            </a:extLst>
          </p:cNvPr>
          <p:cNvSpPr/>
          <p:nvPr/>
        </p:nvSpPr>
        <p:spPr>
          <a:xfrm>
            <a:off x="1664208" y="6417359"/>
            <a:ext cx="2377440" cy="420624"/>
          </a:xfrm>
          <a:prstGeom prst="rect">
            <a:avLst/>
          </a:prstGeom>
          <a:solidFill>
            <a:srgbClr val="EDE1F5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8" name="Text 129">
            <a:extLst>
              <a:ext uri="{FF2B5EF4-FFF2-40B4-BE49-F238E27FC236}">
                <a16:creationId xmlns:a16="http://schemas.microsoft.com/office/drawing/2014/main" id="{277E7E2C-F13A-2A4F-CC3E-A7E827D5C0AA}"/>
              </a:ext>
            </a:extLst>
          </p:cNvPr>
          <p:cNvSpPr/>
          <p:nvPr/>
        </p:nvSpPr>
        <p:spPr>
          <a:xfrm>
            <a:off x="1664208" y="6417359"/>
            <a:ext cx="2377440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7030A0"/>
                </a:solidFill>
                <a:latin typeface="Montserrat"/>
              </a:rPr>
              <a:t>153</a:t>
            </a:r>
            <a:r>
              <a:rPr lang="en-US" sz="1400" b="1" i="0" u="none" strike="noStrike" kern="1200" cap="none" spc="0" baseline="0" dirty="0">
                <a:solidFill>
                  <a:srgbClr val="7030A0"/>
                </a:solidFill>
                <a:uFillTx/>
                <a:latin typeface="Montserrat"/>
              </a:rPr>
              <a:t>h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9" name="Shape 130">
            <a:extLst>
              <a:ext uri="{FF2B5EF4-FFF2-40B4-BE49-F238E27FC236}">
                <a16:creationId xmlns:a16="http://schemas.microsoft.com/office/drawing/2014/main" id="{61AFCBEF-7706-1922-12AC-70DDCC9B38CF}"/>
              </a:ext>
            </a:extLst>
          </p:cNvPr>
          <p:cNvSpPr/>
          <p:nvPr/>
        </p:nvSpPr>
        <p:spPr>
          <a:xfrm>
            <a:off x="4041648" y="6417359"/>
            <a:ext cx="2377440" cy="420624"/>
          </a:xfrm>
          <a:prstGeom prst="rect">
            <a:avLst/>
          </a:prstGeom>
          <a:solidFill>
            <a:srgbClr val="FFF0F8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0" name="Text 131">
            <a:extLst>
              <a:ext uri="{FF2B5EF4-FFF2-40B4-BE49-F238E27FC236}">
                <a16:creationId xmlns:a16="http://schemas.microsoft.com/office/drawing/2014/main" id="{A6621F4F-9300-D427-B128-C881B0531372}"/>
              </a:ext>
            </a:extLst>
          </p:cNvPr>
          <p:cNvSpPr/>
          <p:nvPr/>
        </p:nvSpPr>
        <p:spPr>
          <a:xfrm>
            <a:off x="4041648" y="6417359"/>
            <a:ext cx="2377440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BE185D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+</a:t>
            </a:r>
            <a:r>
              <a:rPr lang="en-US" sz="1400" b="1" dirty="0">
                <a:solidFill>
                  <a:srgbClr val="BE185D"/>
                </a:solidFill>
                <a:latin typeface="Montserrat"/>
                <a:ea typeface="Montserrat" pitchFamily="34"/>
                <a:cs typeface="Montserrat" pitchFamily="34"/>
              </a:rPr>
              <a:t>21,2</a:t>
            </a:r>
            <a:r>
              <a:rPr lang="en-US" sz="1400" b="1" i="0" u="none" strike="noStrike" kern="1200" cap="none" spc="0" baseline="0" dirty="0">
                <a:solidFill>
                  <a:srgbClr val="BE185D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h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1" name="Shape 132">
            <a:extLst>
              <a:ext uri="{FF2B5EF4-FFF2-40B4-BE49-F238E27FC236}">
                <a16:creationId xmlns:a16="http://schemas.microsoft.com/office/drawing/2014/main" id="{19C4C708-A681-E2C3-47A5-5D09E05874D4}"/>
              </a:ext>
            </a:extLst>
          </p:cNvPr>
          <p:cNvSpPr/>
          <p:nvPr/>
        </p:nvSpPr>
        <p:spPr>
          <a:xfrm>
            <a:off x="6419088" y="6417359"/>
            <a:ext cx="2697479" cy="420624"/>
          </a:xfrm>
          <a:prstGeom prst="rect">
            <a:avLst/>
          </a:prstGeom>
          <a:solidFill>
            <a:srgbClr val="1A0030"/>
          </a:solidFill>
          <a:ln w="12701" cap="flat">
            <a:solidFill>
              <a:srgbClr val="1A003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2" name="Text 133">
            <a:extLst>
              <a:ext uri="{FF2B5EF4-FFF2-40B4-BE49-F238E27FC236}">
                <a16:creationId xmlns:a16="http://schemas.microsoft.com/office/drawing/2014/main" id="{C5D053A6-6C98-47A1-B0BD-2C8B9FE857F6}"/>
              </a:ext>
            </a:extLst>
          </p:cNvPr>
          <p:cNvSpPr/>
          <p:nvPr/>
        </p:nvSpPr>
        <p:spPr>
          <a:xfrm>
            <a:off x="6419088" y="6417359"/>
            <a:ext cx="2697479" cy="4206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6ECBBF"/>
                </a:solidFill>
                <a:uFillTx/>
                <a:latin typeface="Montserrat"/>
              </a:rPr>
              <a:t>174,2h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4" name="Text 25">
            <a:extLst>
              <a:ext uri="{FF2B5EF4-FFF2-40B4-BE49-F238E27FC236}">
                <a16:creationId xmlns:a16="http://schemas.microsoft.com/office/drawing/2014/main" id="{39D2BF0F-AB0D-F121-C957-424A1B469686}"/>
              </a:ext>
            </a:extLst>
          </p:cNvPr>
          <p:cNvSpPr/>
          <p:nvPr/>
        </p:nvSpPr>
        <p:spPr>
          <a:xfrm>
            <a:off x="4632960" y="1354314"/>
            <a:ext cx="621792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rgbClr val="FFFFFF"/>
                </a:solidFill>
                <a:latin typeface="Montserrat" pitchFamily="34"/>
              </a:rPr>
              <a:t>1/3</a:t>
            </a:r>
            <a:endParaRPr lang="en-US" sz="24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7" name="Shape 93">
            <a:extLst>
              <a:ext uri="{FF2B5EF4-FFF2-40B4-BE49-F238E27FC236}">
                <a16:creationId xmlns:a16="http://schemas.microsoft.com/office/drawing/2014/main" id="{6C3E1F45-BCBB-EEA5-0EE5-1621D7AC1DD6}"/>
              </a:ext>
            </a:extLst>
          </p:cNvPr>
          <p:cNvSpPr/>
          <p:nvPr/>
        </p:nvSpPr>
        <p:spPr>
          <a:xfrm>
            <a:off x="4035988" y="5625825"/>
            <a:ext cx="2377440" cy="402336"/>
          </a:xfrm>
          <a:prstGeom prst="rect">
            <a:avLst/>
          </a:prstGeom>
          <a:solidFill>
            <a:srgbClr val="FFF0F8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9" name="Text 114">
            <a:extLst>
              <a:ext uri="{FF2B5EF4-FFF2-40B4-BE49-F238E27FC236}">
                <a16:creationId xmlns:a16="http://schemas.microsoft.com/office/drawing/2014/main" id="{C3EFE592-199D-CCB7-A1A2-2FCFBDBAFD1D}"/>
              </a:ext>
            </a:extLst>
          </p:cNvPr>
          <p:cNvSpPr/>
          <p:nvPr/>
        </p:nvSpPr>
        <p:spPr>
          <a:xfrm>
            <a:off x="5197709" y="5652602"/>
            <a:ext cx="1288521" cy="4023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BE185D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+21,2h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3" name="Text 94">
            <a:extLst>
              <a:ext uri="{FF2B5EF4-FFF2-40B4-BE49-F238E27FC236}">
                <a16:creationId xmlns:a16="http://schemas.microsoft.com/office/drawing/2014/main" id="{2C280CE0-0541-A4C1-3CBA-FC1FDD244D78}"/>
              </a:ext>
            </a:extLst>
          </p:cNvPr>
          <p:cNvSpPr/>
          <p:nvPr/>
        </p:nvSpPr>
        <p:spPr>
          <a:xfrm>
            <a:off x="4059936" y="5626912"/>
            <a:ext cx="1371599" cy="4748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BE185D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+ 1 (</a:t>
            </a:r>
            <a:r>
              <a:rPr lang="en-US" sz="850" dirty="0">
                <a:solidFill>
                  <a:srgbClr val="BE185D"/>
                </a:solidFill>
                <a:latin typeface="Century Gothic"/>
                <a:ea typeface="Century Gothic" pitchFamily="34"/>
                <a:cs typeface="Century Gothic" pitchFamily="34"/>
              </a:rPr>
              <a:t>21,2</a:t>
            </a:r>
            <a:r>
              <a:rPr lang="en-US" sz="850" b="0" i="0" u="none" strike="noStrike" kern="1200" cap="none" spc="0" baseline="0" dirty="0">
                <a:solidFill>
                  <a:srgbClr val="BE185D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h) =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149" name="Shape 80">
            <a:extLst>
              <a:ext uri="{FF2B5EF4-FFF2-40B4-BE49-F238E27FC236}">
                <a16:creationId xmlns:a16="http://schemas.microsoft.com/office/drawing/2014/main" id="{A4AD49FD-CB12-E843-F136-F974B517AEBF}"/>
              </a:ext>
            </a:extLst>
          </p:cNvPr>
          <p:cNvSpPr/>
          <p:nvPr/>
        </p:nvSpPr>
        <p:spPr>
          <a:xfrm>
            <a:off x="1664208" y="5210351"/>
            <a:ext cx="2377440" cy="402336"/>
          </a:xfrm>
          <a:prstGeom prst="rect">
            <a:avLst/>
          </a:prstGeom>
          <a:solidFill>
            <a:schemeClr val="bg1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1" name="Shape 93">
            <a:extLst>
              <a:ext uri="{FF2B5EF4-FFF2-40B4-BE49-F238E27FC236}">
                <a16:creationId xmlns:a16="http://schemas.microsoft.com/office/drawing/2014/main" id="{116EB77B-5B6D-A7FB-6ED7-E416B95CBA93}"/>
              </a:ext>
            </a:extLst>
          </p:cNvPr>
          <p:cNvSpPr/>
          <p:nvPr/>
        </p:nvSpPr>
        <p:spPr>
          <a:xfrm>
            <a:off x="4037294" y="4405679"/>
            <a:ext cx="2377440" cy="402336"/>
          </a:xfrm>
          <a:prstGeom prst="rect">
            <a:avLst/>
          </a:prstGeom>
          <a:solidFill>
            <a:schemeClr val="bg1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3" name="Shape 96">
            <a:extLst>
              <a:ext uri="{FF2B5EF4-FFF2-40B4-BE49-F238E27FC236}">
                <a16:creationId xmlns:a16="http://schemas.microsoft.com/office/drawing/2014/main" id="{EBE7FC7D-52D7-6A4F-92DD-85943132A36F}"/>
              </a:ext>
            </a:extLst>
          </p:cNvPr>
          <p:cNvSpPr/>
          <p:nvPr/>
        </p:nvSpPr>
        <p:spPr>
          <a:xfrm>
            <a:off x="6414734" y="4405679"/>
            <a:ext cx="2697479" cy="402336"/>
          </a:xfrm>
          <a:prstGeom prst="rect">
            <a:avLst/>
          </a:prstGeom>
          <a:solidFill>
            <a:schemeClr val="bg1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5" name="Shape 93">
            <a:extLst>
              <a:ext uri="{FF2B5EF4-FFF2-40B4-BE49-F238E27FC236}">
                <a16:creationId xmlns:a16="http://schemas.microsoft.com/office/drawing/2014/main" id="{7B58F3A0-6533-A33F-32FA-F8BB2CC464A0}"/>
              </a:ext>
            </a:extLst>
          </p:cNvPr>
          <p:cNvSpPr/>
          <p:nvPr/>
        </p:nvSpPr>
        <p:spPr>
          <a:xfrm>
            <a:off x="4041648" y="5210351"/>
            <a:ext cx="2377440" cy="402336"/>
          </a:xfrm>
          <a:prstGeom prst="rect">
            <a:avLst/>
          </a:prstGeom>
          <a:solidFill>
            <a:schemeClr val="bg1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7" name="Shape 96">
            <a:extLst>
              <a:ext uri="{FF2B5EF4-FFF2-40B4-BE49-F238E27FC236}">
                <a16:creationId xmlns:a16="http://schemas.microsoft.com/office/drawing/2014/main" id="{A5CDD967-1E25-87AF-683E-3DAB2B97D25F}"/>
              </a:ext>
            </a:extLst>
          </p:cNvPr>
          <p:cNvSpPr/>
          <p:nvPr/>
        </p:nvSpPr>
        <p:spPr>
          <a:xfrm>
            <a:off x="6419088" y="5210351"/>
            <a:ext cx="2697479" cy="402336"/>
          </a:xfrm>
          <a:prstGeom prst="rect">
            <a:avLst/>
          </a:prstGeom>
          <a:solidFill>
            <a:schemeClr val="bg1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1" name="Shape 96">
            <a:extLst>
              <a:ext uri="{FF2B5EF4-FFF2-40B4-BE49-F238E27FC236}">
                <a16:creationId xmlns:a16="http://schemas.microsoft.com/office/drawing/2014/main" id="{D1AF92AD-C73D-8544-8E73-45025AA3E238}"/>
              </a:ext>
            </a:extLst>
          </p:cNvPr>
          <p:cNvSpPr/>
          <p:nvPr/>
        </p:nvSpPr>
        <p:spPr>
          <a:xfrm>
            <a:off x="6419088" y="5626912"/>
            <a:ext cx="2697479" cy="402336"/>
          </a:xfrm>
          <a:prstGeom prst="rect">
            <a:avLst/>
          </a:prstGeom>
          <a:solidFill>
            <a:srgbClr val="F0F0FF"/>
          </a:solidFill>
          <a:ln w="12701" cap="flat">
            <a:solidFill>
              <a:srgbClr val="DDDDD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algn="ctr"/>
            <a:r>
              <a:rPr lang="en-US" b="1" dirty="0">
                <a:solidFill>
                  <a:srgbClr val="10B981"/>
                </a:solidFill>
                <a:latin typeface="Montserrat"/>
              </a:rPr>
              <a:t>48,2h</a:t>
            </a:r>
            <a:endParaRPr lang="pt-BR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EC94EF-B880-AEC1-E542-1782C3EB7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3AF1A9-01A7-2BA1-4A22-CB480C576ED5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0AA2C0-ED5C-A326-CF98-C6A47E6DFCA7}"/>
              </a:ext>
            </a:extLst>
          </p:cNvPr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solidFill>
            <a:srgbClr val="E8A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9D459C-AF52-B023-84CA-82F1FF248FC6}"/>
              </a:ext>
            </a:extLst>
          </p:cNvPr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Montserrat"/>
              </a:rPr>
              <a:t>02</a:t>
            </a:r>
            <a:endParaRPr lang="en-US" sz="2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EC98F4-5D0D-090B-BFA0-5ABA492E3C77}"/>
              </a:ext>
            </a:extLst>
          </p:cNvPr>
          <p:cNvSpPr/>
          <p:nvPr/>
        </p:nvSpPr>
        <p:spPr>
          <a:xfrm>
            <a:off x="1737360" y="20116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err="1">
                <a:solidFill>
                  <a:srgbClr val="FFFFFF"/>
                </a:solidFill>
                <a:latin typeface="Montserrat"/>
              </a:rPr>
              <a:t>Custo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5155449-A0D1-02A3-425C-35191B5C79C7}"/>
              </a:ext>
            </a:extLst>
          </p:cNvPr>
          <p:cNvSpPr/>
          <p:nvPr/>
        </p:nvSpPr>
        <p:spPr>
          <a:xfrm>
            <a:off x="1737360" y="3063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>
              <a:solidFill>
                <a:srgbClr val="6ECBBF"/>
              </a:solidFill>
              <a:latin typeface="Century Gothic"/>
            </a:endParaRPr>
          </a:p>
        </p:txBody>
      </p:sp>
      <p:pic>
        <p:nvPicPr>
          <p:cNvPr id="7" name="Image 0" descr="/home/claude/familhao_Imagem_6.png">
            <a:extLst>
              <a:ext uri="{FF2B5EF4-FFF2-40B4-BE49-F238E27FC236}">
                <a16:creationId xmlns:a16="http://schemas.microsoft.com/office/drawing/2014/main" id="{766F102E-582E-5601-543B-1F0848DDE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943600"/>
            <a:ext cx="173736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6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0395C3-2737-DD98-DE14-15CF8351A89B}"/>
              </a:ext>
            </a:extLst>
          </p:cNvPr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B4C"/>
          </a:solidFill>
          <a:ln w="12701" cap="flat">
            <a:solidFill>
              <a:srgbClr val="0F1B4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AA16DC-D527-2F9F-5CDB-F1C9B4AA610F}"/>
              </a:ext>
            </a:extLst>
          </p:cNvPr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Produtividade por Pessoa — Sprint #24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00CBC5-3541-0074-D372-260811711254}"/>
              </a:ext>
            </a:extLst>
          </p:cNvPr>
          <p:cNvSpPr/>
          <p:nvPr/>
        </p:nvSpPr>
        <p:spPr>
          <a:xfrm>
            <a:off x="274320" y="457200"/>
            <a:ext cx="86868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1" u="none" strike="noStrike" kern="1200" cap="none" spc="0" baseline="0">
                <a:solidFill>
                  <a:srgbClr val="93C5FD"/>
                </a:solidFill>
                <a:uFillTx/>
                <a:latin typeface="Calibri"/>
              </a:rPr>
              <a:t>Horas realizadas · extras · retrabalho · utilização · valores de referência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EDADBD0-0E61-78A1-7200-31E6A4E8CCA8}"/>
              </a:ext>
            </a:extLst>
          </p:cNvPr>
          <p:cNvSpPr/>
          <p:nvPr/>
        </p:nvSpPr>
        <p:spPr>
          <a:xfrm>
            <a:off x="10378440" y="91440"/>
            <a:ext cx="777240" cy="475488"/>
          </a:xfrm>
          <a:custGeom>
            <a:avLst>
              <a:gd name="f0" fmla="val 290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73E8"/>
          </a:solidFill>
          <a:ln w="12701" cap="flat">
            <a:solidFill>
              <a:srgbClr val="1A73E8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3DA684-905C-9AA4-43BC-490FA24008E3}"/>
              </a:ext>
            </a:extLst>
          </p:cNvPr>
          <p:cNvSpPr/>
          <p:nvPr/>
        </p:nvSpPr>
        <p:spPr>
          <a:xfrm>
            <a:off x="10378440" y="91440"/>
            <a:ext cx="777240" cy="4754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Sprint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#24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0FD1D2-9676-0267-D8CF-8F34C9E93608}"/>
              </a:ext>
            </a:extLst>
          </p:cNvPr>
          <p:cNvSpPr/>
          <p:nvPr/>
        </p:nvSpPr>
        <p:spPr>
          <a:xfrm>
            <a:off x="11228832" y="91440"/>
            <a:ext cx="896112" cy="4754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4EA1"/>
                </a:solidFill>
                <a:uFillTx/>
                <a:latin typeface="Calibri"/>
              </a:rPr>
              <a:t>FAMILHÃO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E119324-D31E-9149-3EF0-937DEF1790F5}"/>
              </a:ext>
            </a:extLst>
          </p:cNvPr>
          <p:cNvSpPr/>
          <p:nvPr/>
        </p:nvSpPr>
        <p:spPr>
          <a:xfrm>
            <a:off x="0" y="685800"/>
            <a:ext cx="2026923" cy="749808"/>
          </a:xfrm>
          <a:prstGeom prst="rect">
            <a:avLst/>
          </a:prstGeom>
          <a:solidFill>
            <a:srgbClr val="EEF2FF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C5930E0-A0C9-B79C-6C35-6C2F10933B5C}"/>
              </a:ext>
            </a:extLst>
          </p:cNvPr>
          <p:cNvSpPr/>
          <p:nvPr/>
        </p:nvSpPr>
        <p:spPr>
          <a:xfrm>
            <a:off x="-664841" y="770382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Time Original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ECAA11-CDCF-01BA-F4DA-D20BE59EF1EF}"/>
              </a:ext>
            </a:extLst>
          </p:cNvPr>
          <p:cNvSpPr/>
          <p:nvPr/>
        </p:nvSpPr>
        <p:spPr>
          <a:xfrm>
            <a:off x="142244" y="717804"/>
            <a:ext cx="1953771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0F1B4C"/>
                </a:solidFill>
                <a:uFillTx/>
                <a:latin typeface="Calibri"/>
              </a:rPr>
              <a:t>4 pessoas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DE829615-F294-0B41-5357-E70888A30FF0}"/>
              </a:ext>
            </a:extLst>
          </p:cNvPr>
          <p:cNvSpPr/>
          <p:nvPr/>
        </p:nvSpPr>
        <p:spPr>
          <a:xfrm>
            <a:off x="2026923" y="685800"/>
            <a:ext cx="2026923" cy="749808"/>
          </a:xfrm>
          <a:prstGeom prst="rect">
            <a:avLst/>
          </a:prstGeom>
          <a:solidFill>
            <a:srgbClr val="F3E8FF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8">
            <a:extLst>
              <a:ext uri="{FF2B5EF4-FFF2-40B4-BE49-F238E27FC236}">
                <a16:creationId xmlns:a16="http://schemas.microsoft.com/office/drawing/2014/main" id="{E6F93F8A-99CF-E2B4-581A-07C8D00D2C66}"/>
              </a:ext>
            </a:extLst>
          </p:cNvPr>
          <p:cNvSpPr/>
          <p:nvPr/>
        </p:nvSpPr>
        <p:spPr>
          <a:xfrm>
            <a:off x="6056372" y="713232"/>
            <a:ext cx="2026923" cy="749808"/>
          </a:xfrm>
          <a:prstGeom prst="rect">
            <a:avLst/>
          </a:prstGeom>
          <a:solidFill>
            <a:srgbClr val="FFF7ED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47D47F0A-6605-3634-A2A8-A9D562949EF3}"/>
              </a:ext>
            </a:extLst>
          </p:cNvPr>
          <p:cNvSpPr/>
          <p:nvPr/>
        </p:nvSpPr>
        <p:spPr>
          <a:xfrm>
            <a:off x="6092948" y="886968"/>
            <a:ext cx="1953771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EA580C"/>
                </a:solidFill>
                <a:uFillTx/>
                <a:latin typeface="Calibri"/>
              </a:rPr>
              <a:t>6,5h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8E39A7FC-BF66-E334-B684-3EF43850B572}"/>
              </a:ext>
            </a:extLst>
          </p:cNvPr>
          <p:cNvSpPr/>
          <p:nvPr/>
        </p:nvSpPr>
        <p:spPr>
          <a:xfrm>
            <a:off x="6044183" y="1161288"/>
            <a:ext cx="1953771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Fora do comercial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22">
            <a:extLst>
              <a:ext uri="{FF2B5EF4-FFF2-40B4-BE49-F238E27FC236}">
                <a16:creationId xmlns:a16="http://schemas.microsoft.com/office/drawing/2014/main" id="{92E728C4-4BE5-2C48-A05E-13E9BEF74EFE}"/>
              </a:ext>
            </a:extLst>
          </p:cNvPr>
          <p:cNvSpPr/>
          <p:nvPr/>
        </p:nvSpPr>
        <p:spPr>
          <a:xfrm>
            <a:off x="8101584" y="708925"/>
            <a:ext cx="1428119" cy="768626"/>
          </a:xfrm>
          <a:prstGeom prst="rect">
            <a:avLst/>
          </a:prstGeom>
          <a:solidFill>
            <a:srgbClr val="FEF2F2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30">
            <a:extLst>
              <a:ext uri="{FF2B5EF4-FFF2-40B4-BE49-F238E27FC236}">
                <a16:creationId xmlns:a16="http://schemas.microsoft.com/office/drawing/2014/main" id="{D5638A17-5168-A3DF-33F2-0BED59582682}"/>
              </a:ext>
            </a:extLst>
          </p:cNvPr>
          <p:cNvSpPr/>
          <p:nvPr/>
        </p:nvSpPr>
        <p:spPr>
          <a:xfrm>
            <a:off x="0" y="1463040"/>
            <a:ext cx="12161520" cy="182880"/>
          </a:xfrm>
          <a:prstGeom prst="rect">
            <a:avLst/>
          </a:prstGeom>
          <a:solidFill>
            <a:srgbClr val="FFFBEB"/>
          </a:solidFill>
          <a:ln w="6345" cap="flat">
            <a:solidFill>
              <a:srgbClr val="FDE6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31">
            <a:extLst>
              <a:ext uri="{FF2B5EF4-FFF2-40B4-BE49-F238E27FC236}">
                <a16:creationId xmlns:a16="http://schemas.microsoft.com/office/drawing/2014/main" id="{7815F7FD-A829-ED7F-19FC-BD04FD39D87B}"/>
              </a:ext>
            </a:extLst>
          </p:cNvPr>
          <p:cNvSpPr/>
          <p:nvPr/>
        </p:nvSpPr>
        <p:spPr>
          <a:xfrm>
            <a:off x="0" y="1463040"/>
            <a:ext cx="36576" cy="182880"/>
          </a:xfrm>
          <a:prstGeom prst="rect">
            <a:avLst/>
          </a:prstGeom>
          <a:solidFill>
            <a:srgbClr val="F59E0B"/>
          </a:solidFill>
          <a:ln w="12701" cap="flat">
            <a:solidFill>
              <a:srgbClr val="F59E0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32">
            <a:extLst>
              <a:ext uri="{FF2B5EF4-FFF2-40B4-BE49-F238E27FC236}">
                <a16:creationId xmlns:a16="http://schemas.microsoft.com/office/drawing/2014/main" id="{442B2F62-8B20-56AC-D4EC-F78C96D9CBC8}"/>
              </a:ext>
            </a:extLst>
          </p:cNvPr>
          <p:cNvSpPr/>
          <p:nvPr/>
        </p:nvSpPr>
        <p:spPr>
          <a:xfrm>
            <a:off x="109728" y="1463040"/>
            <a:ext cx="1197864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92400E"/>
                </a:solidFill>
                <a:uFillTx/>
                <a:latin typeface="Calibri"/>
              </a:rPr>
              <a:t>💡  Utilização = (H. Realizadas + H. Extras) / H. Planejadas  ·  Extras = horas fora do horário comercial (custo adicional)  ·  H. Realizadas podem incluir horas dentro do comercial além do planejado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307">
            <a:extLst>
              <a:ext uri="{FF2B5EF4-FFF2-40B4-BE49-F238E27FC236}">
                <a16:creationId xmlns:a16="http://schemas.microsoft.com/office/drawing/2014/main" id="{E5C4E24A-8797-8359-09CB-D54F9F8F8D57}"/>
              </a:ext>
            </a:extLst>
          </p:cNvPr>
          <p:cNvSpPr/>
          <p:nvPr/>
        </p:nvSpPr>
        <p:spPr>
          <a:xfrm>
            <a:off x="0" y="5554980"/>
            <a:ext cx="12161520" cy="246888"/>
          </a:xfrm>
          <a:prstGeom prst="rect">
            <a:avLst/>
          </a:prstGeom>
          <a:solidFill>
            <a:srgbClr val="0F1B4C"/>
          </a:solidFill>
          <a:ln w="12701" cap="flat">
            <a:solidFill>
              <a:srgbClr val="0F1B4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308">
            <a:extLst>
              <a:ext uri="{FF2B5EF4-FFF2-40B4-BE49-F238E27FC236}">
                <a16:creationId xmlns:a16="http://schemas.microsoft.com/office/drawing/2014/main" id="{3A2BB8AE-657F-F559-23C2-801C2E895FC7}"/>
              </a:ext>
            </a:extLst>
          </p:cNvPr>
          <p:cNvSpPr/>
          <p:nvPr/>
        </p:nvSpPr>
        <p:spPr>
          <a:xfrm>
            <a:off x="45720" y="5554980"/>
            <a:ext cx="1389888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TOTAL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309">
            <a:extLst>
              <a:ext uri="{FF2B5EF4-FFF2-40B4-BE49-F238E27FC236}">
                <a16:creationId xmlns:a16="http://schemas.microsoft.com/office/drawing/2014/main" id="{5E5816E9-AFCD-11D2-0016-BEDBBA589D94}"/>
              </a:ext>
            </a:extLst>
          </p:cNvPr>
          <p:cNvSpPr/>
          <p:nvPr/>
        </p:nvSpPr>
        <p:spPr>
          <a:xfrm>
            <a:off x="1435608" y="5554980"/>
            <a:ext cx="1097280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5 pessoas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310">
            <a:extLst>
              <a:ext uri="{FF2B5EF4-FFF2-40B4-BE49-F238E27FC236}">
                <a16:creationId xmlns:a16="http://schemas.microsoft.com/office/drawing/2014/main" id="{893A4B03-7BD5-635D-9FB2-869C02DCF7C6}"/>
              </a:ext>
            </a:extLst>
          </p:cNvPr>
          <p:cNvSpPr/>
          <p:nvPr/>
        </p:nvSpPr>
        <p:spPr>
          <a:xfrm>
            <a:off x="3282696" y="5554980"/>
            <a:ext cx="502920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174,2h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311">
            <a:extLst>
              <a:ext uri="{FF2B5EF4-FFF2-40B4-BE49-F238E27FC236}">
                <a16:creationId xmlns:a16="http://schemas.microsoft.com/office/drawing/2014/main" id="{954C5938-ECAE-0DA4-0FFD-296A6F942C4D}"/>
              </a:ext>
            </a:extLst>
          </p:cNvPr>
          <p:cNvSpPr/>
          <p:nvPr/>
        </p:nvSpPr>
        <p:spPr>
          <a:xfrm>
            <a:off x="3803903" y="5554980"/>
            <a:ext cx="502920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161h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312">
            <a:extLst>
              <a:ext uri="{FF2B5EF4-FFF2-40B4-BE49-F238E27FC236}">
                <a16:creationId xmlns:a16="http://schemas.microsoft.com/office/drawing/2014/main" id="{309956CC-A2D6-9492-5F85-D80328A913F0}"/>
              </a:ext>
            </a:extLst>
          </p:cNvPr>
          <p:cNvSpPr/>
          <p:nvPr/>
        </p:nvSpPr>
        <p:spPr>
          <a:xfrm>
            <a:off x="4325112" y="5554980"/>
            <a:ext cx="530352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6,5h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313">
            <a:extLst>
              <a:ext uri="{FF2B5EF4-FFF2-40B4-BE49-F238E27FC236}">
                <a16:creationId xmlns:a16="http://schemas.microsoft.com/office/drawing/2014/main" id="{8F10A41C-4A88-7C8D-C8D6-F93863169E8F}"/>
              </a:ext>
            </a:extLst>
          </p:cNvPr>
          <p:cNvSpPr/>
          <p:nvPr/>
        </p:nvSpPr>
        <p:spPr>
          <a:xfrm>
            <a:off x="4873752" y="5554980"/>
            <a:ext cx="502920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167,5h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314">
            <a:extLst>
              <a:ext uri="{FF2B5EF4-FFF2-40B4-BE49-F238E27FC236}">
                <a16:creationId xmlns:a16="http://schemas.microsoft.com/office/drawing/2014/main" id="{2F020639-F0BA-DDD6-930C-BE1BA16F263A}"/>
              </a:ext>
            </a:extLst>
          </p:cNvPr>
          <p:cNvSpPr/>
          <p:nvPr/>
        </p:nvSpPr>
        <p:spPr>
          <a:xfrm>
            <a:off x="5394960" y="5554980"/>
            <a:ext cx="594360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24h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24">
            <a:extLst>
              <a:ext uri="{FF2B5EF4-FFF2-40B4-BE49-F238E27FC236}">
                <a16:creationId xmlns:a16="http://schemas.microsoft.com/office/drawing/2014/main" id="{EC88F843-B4BA-81AA-439C-115415A13C3C}"/>
              </a:ext>
            </a:extLst>
          </p:cNvPr>
          <p:cNvSpPr/>
          <p:nvPr/>
        </p:nvSpPr>
        <p:spPr>
          <a:xfrm>
            <a:off x="2432304" y="5829300"/>
            <a:ext cx="36576" cy="512064"/>
          </a:xfrm>
          <a:prstGeom prst="rect">
            <a:avLst/>
          </a:prstGeom>
          <a:solidFill>
            <a:srgbClr val="0369A1"/>
          </a:solidFill>
          <a:ln w="12701" cap="flat">
            <a:solidFill>
              <a:srgbClr val="0369A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29">
            <a:extLst>
              <a:ext uri="{FF2B5EF4-FFF2-40B4-BE49-F238E27FC236}">
                <a16:creationId xmlns:a16="http://schemas.microsoft.com/office/drawing/2014/main" id="{4665FDEE-FE4A-EA66-912B-181BC8A2804F}"/>
              </a:ext>
            </a:extLst>
          </p:cNvPr>
          <p:cNvSpPr/>
          <p:nvPr/>
        </p:nvSpPr>
        <p:spPr>
          <a:xfrm>
            <a:off x="2478024" y="5829300"/>
            <a:ext cx="36576" cy="512064"/>
          </a:xfrm>
          <a:prstGeom prst="rect">
            <a:avLst/>
          </a:prstGeom>
          <a:solidFill>
            <a:srgbClr val="EA580C"/>
          </a:solidFill>
          <a:ln w="12701" cap="flat">
            <a:solidFill>
              <a:srgbClr val="EA580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33" name="Agrupar 15">
            <a:extLst>
              <a:ext uri="{FF2B5EF4-FFF2-40B4-BE49-F238E27FC236}">
                <a16:creationId xmlns:a16="http://schemas.microsoft.com/office/drawing/2014/main" id="{095D0648-3095-8ABF-0EEB-CD7CFA5B0AFE}"/>
              </a:ext>
            </a:extLst>
          </p:cNvPr>
          <p:cNvGrpSpPr/>
          <p:nvPr/>
        </p:nvGrpSpPr>
        <p:grpSpPr>
          <a:xfrm>
            <a:off x="2514600" y="5829300"/>
            <a:ext cx="2432304" cy="512064"/>
            <a:chOff x="2514600" y="5829300"/>
            <a:chExt cx="2432304" cy="512064"/>
          </a:xfrm>
        </p:grpSpPr>
        <p:sp>
          <p:nvSpPr>
            <p:cNvPr id="34" name="Shape 328">
              <a:extLst>
                <a:ext uri="{FF2B5EF4-FFF2-40B4-BE49-F238E27FC236}">
                  <a16:creationId xmlns:a16="http://schemas.microsoft.com/office/drawing/2014/main" id="{31A89BFC-B6D3-E52E-B160-E018EE9118B0}"/>
                </a:ext>
              </a:extLst>
            </p:cNvPr>
            <p:cNvSpPr/>
            <p:nvPr/>
          </p:nvSpPr>
          <p:spPr>
            <a:xfrm>
              <a:off x="2514600" y="5829300"/>
              <a:ext cx="2432304" cy="512064"/>
            </a:xfrm>
            <a:prstGeom prst="rect">
              <a:avLst/>
            </a:prstGeom>
            <a:solidFill>
              <a:srgbClr val="FFF7ED"/>
            </a:solidFill>
            <a:ln w="6345" cap="flat">
              <a:solidFill>
                <a:srgbClr val="CBD5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35" name="Text 330">
              <a:extLst>
                <a:ext uri="{FF2B5EF4-FFF2-40B4-BE49-F238E27FC236}">
                  <a16:creationId xmlns:a16="http://schemas.microsoft.com/office/drawing/2014/main" id="{15917350-FB5E-CB16-209F-0E72A25D7369}"/>
                </a:ext>
              </a:extLst>
            </p:cNvPr>
            <p:cNvSpPr/>
            <p:nvPr/>
          </p:nvSpPr>
          <p:spPr>
            <a:xfrm>
              <a:off x="2569463" y="5856732"/>
              <a:ext cx="2295144" cy="146304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750" b="0" i="0" u="none" strike="noStrike" kern="1200" cap="none" spc="0" baseline="0">
                  <a:solidFill>
                    <a:srgbClr val="64748B"/>
                  </a:solidFill>
                  <a:uFillTx/>
                  <a:latin typeface="Calibri"/>
                </a:rPr>
                <a:t>Custo H. Extras</a:t>
              </a:r>
              <a:endParaRPr lang="en-US" sz="7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36" name="Text 331">
              <a:extLst>
                <a:ext uri="{FF2B5EF4-FFF2-40B4-BE49-F238E27FC236}">
                  <a16:creationId xmlns:a16="http://schemas.microsoft.com/office/drawing/2014/main" id="{4EDF8C83-6983-E28E-9B37-8345FF868EE0}"/>
                </a:ext>
              </a:extLst>
            </p:cNvPr>
            <p:cNvSpPr/>
            <p:nvPr/>
          </p:nvSpPr>
          <p:spPr>
            <a:xfrm>
              <a:off x="2569463" y="5993892"/>
              <a:ext cx="2295144" cy="201168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300" b="1" i="0" u="none" strike="noStrike" kern="1200" cap="none" spc="0" baseline="0">
                  <a:solidFill>
                    <a:srgbClr val="EA580C"/>
                  </a:solidFill>
                  <a:uFillTx/>
                  <a:latin typeface="Calibri"/>
                </a:rPr>
                <a:t>R$ 1.040</a:t>
              </a:r>
              <a:endPara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37" name="Text 332">
              <a:extLst>
                <a:ext uri="{FF2B5EF4-FFF2-40B4-BE49-F238E27FC236}">
                  <a16:creationId xmlns:a16="http://schemas.microsoft.com/office/drawing/2014/main" id="{E5A4B254-5B75-CC43-C71F-6F7555662B05}"/>
                </a:ext>
              </a:extLst>
            </p:cNvPr>
            <p:cNvSpPr/>
            <p:nvPr/>
          </p:nvSpPr>
          <p:spPr>
            <a:xfrm>
              <a:off x="2569463" y="6195060"/>
              <a:ext cx="2295144" cy="12801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700" b="0" i="0" u="none" strike="noStrike" kern="1200" cap="none" spc="0" baseline="0">
                  <a:solidFill>
                    <a:srgbClr val="64748B"/>
                  </a:solidFill>
                  <a:uFillTx/>
                  <a:latin typeface="Calibri"/>
                </a:rPr>
                <a:t>6,5h × R$160</a:t>
              </a:r>
              <a:endParaRPr lang="en-US" sz="7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38" name="Shape 334">
            <a:extLst>
              <a:ext uri="{FF2B5EF4-FFF2-40B4-BE49-F238E27FC236}">
                <a16:creationId xmlns:a16="http://schemas.microsoft.com/office/drawing/2014/main" id="{4863864D-746A-2078-F78F-81340C6B4AD8}"/>
              </a:ext>
            </a:extLst>
          </p:cNvPr>
          <p:cNvSpPr/>
          <p:nvPr/>
        </p:nvSpPr>
        <p:spPr>
          <a:xfrm>
            <a:off x="4956048" y="5829300"/>
            <a:ext cx="36576" cy="512064"/>
          </a:xfrm>
          <a:prstGeom prst="rect">
            <a:avLst/>
          </a:prstGeom>
          <a:solidFill>
            <a:srgbClr val="9F1239"/>
          </a:solidFill>
          <a:ln w="12701" cap="flat">
            <a:solidFill>
              <a:srgbClr val="9F123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Shape 338">
            <a:extLst>
              <a:ext uri="{FF2B5EF4-FFF2-40B4-BE49-F238E27FC236}">
                <a16:creationId xmlns:a16="http://schemas.microsoft.com/office/drawing/2014/main" id="{B33EC17D-D328-7876-C60B-57902A77F53A}"/>
              </a:ext>
            </a:extLst>
          </p:cNvPr>
          <p:cNvSpPr/>
          <p:nvPr/>
        </p:nvSpPr>
        <p:spPr>
          <a:xfrm>
            <a:off x="5001768" y="5829300"/>
            <a:ext cx="2432304" cy="512064"/>
          </a:xfrm>
          <a:prstGeom prst="rect">
            <a:avLst/>
          </a:prstGeom>
          <a:solidFill>
            <a:srgbClr val="FEF2F2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39">
            <a:extLst>
              <a:ext uri="{FF2B5EF4-FFF2-40B4-BE49-F238E27FC236}">
                <a16:creationId xmlns:a16="http://schemas.microsoft.com/office/drawing/2014/main" id="{C7581DDB-80D4-F38E-DB9D-D328DE651975}"/>
              </a:ext>
            </a:extLst>
          </p:cNvPr>
          <p:cNvSpPr/>
          <p:nvPr/>
        </p:nvSpPr>
        <p:spPr>
          <a:xfrm>
            <a:off x="5001768" y="5829300"/>
            <a:ext cx="36576" cy="512064"/>
          </a:xfrm>
          <a:prstGeom prst="rect">
            <a:avLst/>
          </a:prstGeom>
          <a:solidFill>
            <a:srgbClr val="DC2626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Text 340">
            <a:extLst>
              <a:ext uri="{FF2B5EF4-FFF2-40B4-BE49-F238E27FC236}">
                <a16:creationId xmlns:a16="http://schemas.microsoft.com/office/drawing/2014/main" id="{9E61E696-3359-8CBE-6C21-7CBE935FD3D3}"/>
              </a:ext>
            </a:extLst>
          </p:cNvPr>
          <p:cNvSpPr/>
          <p:nvPr/>
        </p:nvSpPr>
        <p:spPr>
          <a:xfrm>
            <a:off x="5093208" y="5856732"/>
            <a:ext cx="2295144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Custo Total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 341">
            <a:extLst>
              <a:ext uri="{FF2B5EF4-FFF2-40B4-BE49-F238E27FC236}">
                <a16:creationId xmlns:a16="http://schemas.microsoft.com/office/drawing/2014/main" id="{92B631B8-2E0D-D156-2D96-FBDA688DC5D1}"/>
              </a:ext>
            </a:extLst>
          </p:cNvPr>
          <p:cNvSpPr/>
          <p:nvPr/>
        </p:nvSpPr>
        <p:spPr>
          <a:xfrm>
            <a:off x="5056632" y="5993892"/>
            <a:ext cx="2295144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DC2626"/>
                </a:solidFill>
                <a:uFillTx/>
                <a:latin typeface="Calibri"/>
              </a:rPr>
              <a:t>R$ 26.800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342">
            <a:extLst>
              <a:ext uri="{FF2B5EF4-FFF2-40B4-BE49-F238E27FC236}">
                <a16:creationId xmlns:a16="http://schemas.microsoft.com/office/drawing/2014/main" id="{1D1B46C0-FB6F-642E-A1D0-5641616BBC41}"/>
              </a:ext>
            </a:extLst>
          </p:cNvPr>
          <p:cNvSpPr/>
          <p:nvPr/>
        </p:nvSpPr>
        <p:spPr>
          <a:xfrm>
            <a:off x="5056632" y="6195060"/>
            <a:ext cx="2295144" cy="1280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167,5h × R$160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FD7812D4-0C0D-E201-215A-505071DEC30B}"/>
              </a:ext>
            </a:extLst>
          </p:cNvPr>
          <p:cNvSpPr/>
          <p:nvPr/>
        </p:nvSpPr>
        <p:spPr>
          <a:xfrm>
            <a:off x="0" y="1673352"/>
            <a:ext cx="12161520" cy="256032"/>
          </a:xfrm>
          <a:prstGeom prst="rect">
            <a:avLst/>
          </a:prstGeom>
          <a:solidFill>
            <a:srgbClr val="0F1B4C"/>
          </a:solidFill>
          <a:ln w="12701" cap="flat">
            <a:solidFill>
              <a:srgbClr val="0F1B4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9C01F96A-B1A2-C6E3-3868-565172805A58}"/>
              </a:ext>
            </a:extLst>
          </p:cNvPr>
          <p:cNvSpPr/>
          <p:nvPr/>
        </p:nvSpPr>
        <p:spPr>
          <a:xfrm>
            <a:off x="45720" y="1673352"/>
            <a:ext cx="4572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Frente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604076AF-3595-0E9A-D11F-1D6C2417060C}"/>
              </a:ext>
            </a:extLst>
          </p:cNvPr>
          <p:cNvSpPr/>
          <p:nvPr/>
        </p:nvSpPr>
        <p:spPr>
          <a:xfrm>
            <a:off x="521208" y="1673352"/>
            <a:ext cx="896112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Nome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76553592-7571-CE29-815B-9806666F6BAA}"/>
              </a:ext>
            </a:extLst>
          </p:cNvPr>
          <p:cNvSpPr/>
          <p:nvPr/>
        </p:nvSpPr>
        <p:spPr>
          <a:xfrm>
            <a:off x="1435608" y="1673352"/>
            <a:ext cx="109728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Cargo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630D134E-EFD4-91AC-33CB-CA1607A72364}"/>
              </a:ext>
            </a:extLst>
          </p:cNvPr>
          <p:cNvSpPr/>
          <p:nvPr/>
        </p:nvSpPr>
        <p:spPr>
          <a:xfrm>
            <a:off x="2551176" y="1673352"/>
            <a:ext cx="713232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Senioridade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329D39E9-B949-F10D-569D-A33CE0152FCF}"/>
              </a:ext>
            </a:extLst>
          </p:cNvPr>
          <p:cNvSpPr/>
          <p:nvPr/>
        </p:nvSpPr>
        <p:spPr>
          <a:xfrm>
            <a:off x="3282696" y="1673352"/>
            <a:ext cx="5029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H. Plan.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3C669BDF-C7DE-1817-B2CA-6DD8C7781497}"/>
              </a:ext>
            </a:extLst>
          </p:cNvPr>
          <p:cNvSpPr/>
          <p:nvPr/>
        </p:nvSpPr>
        <p:spPr>
          <a:xfrm>
            <a:off x="3803903" y="1673352"/>
            <a:ext cx="5029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H. Real.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1" name="Text 40">
            <a:extLst>
              <a:ext uri="{FF2B5EF4-FFF2-40B4-BE49-F238E27FC236}">
                <a16:creationId xmlns:a16="http://schemas.microsoft.com/office/drawing/2014/main" id="{79B2629F-58BF-87DB-A923-CAC3FADD9794}"/>
              </a:ext>
            </a:extLst>
          </p:cNvPr>
          <p:cNvSpPr/>
          <p:nvPr/>
        </p:nvSpPr>
        <p:spPr>
          <a:xfrm>
            <a:off x="4325112" y="1673352"/>
            <a:ext cx="530352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H. Extras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2" name="Text 41">
            <a:extLst>
              <a:ext uri="{FF2B5EF4-FFF2-40B4-BE49-F238E27FC236}">
                <a16:creationId xmlns:a16="http://schemas.microsoft.com/office/drawing/2014/main" id="{4F8EE2AD-3FDE-7EF3-E2B6-2F27EE792ABD}"/>
              </a:ext>
            </a:extLst>
          </p:cNvPr>
          <p:cNvSpPr/>
          <p:nvPr/>
        </p:nvSpPr>
        <p:spPr>
          <a:xfrm>
            <a:off x="4873752" y="1673352"/>
            <a:ext cx="5029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Total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3" name="Text 42">
            <a:extLst>
              <a:ext uri="{FF2B5EF4-FFF2-40B4-BE49-F238E27FC236}">
                <a16:creationId xmlns:a16="http://schemas.microsoft.com/office/drawing/2014/main" id="{8D665FC3-E50F-EA2F-428E-BFE7246FFEA3}"/>
              </a:ext>
            </a:extLst>
          </p:cNvPr>
          <p:cNvSpPr/>
          <p:nvPr/>
        </p:nvSpPr>
        <p:spPr>
          <a:xfrm>
            <a:off x="5394960" y="1673352"/>
            <a:ext cx="5943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Retrabalho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4" name="Text 43">
            <a:extLst>
              <a:ext uri="{FF2B5EF4-FFF2-40B4-BE49-F238E27FC236}">
                <a16:creationId xmlns:a16="http://schemas.microsoft.com/office/drawing/2014/main" id="{DD0469A5-AE93-FA3F-3BFA-4C83D9B9660A}"/>
              </a:ext>
            </a:extLst>
          </p:cNvPr>
          <p:cNvSpPr/>
          <p:nvPr/>
        </p:nvSpPr>
        <p:spPr>
          <a:xfrm>
            <a:off x="6007608" y="1673352"/>
            <a:ext cx="14630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Utilização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A64DD9B1-8451-3C6D-3154-538338F9F35F}"/>
              </a:ext>
            </a:extLst>
          </p:cNvPr>
          <p:cNvSpPr/>
          <p:nvPr/>
        </p:nvSpPr>
        <p:spPr>
          <a:xfrm>
            <a:off x="8988552" y="1673352"/>
            <a:ext cx="9144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Status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6" name="Shape 339">
            <a:extLst>
              <a:ext uri="{FF2B5EF4-FFF2-40B4-BE49-F238E27FC236}">
                <a16:creationId xmlns:a16="http://schemas.microsoft.com/office/drawing/2014/main" id="{AEC2BF7B-3E4B-57E3-CD97-CF5AB4CBBDA0}"/>
              </a:ext>
            </a:extLst>
          </p:cNvPr>
          <p:cNvSpPr/>
          <p:nvPr/>
        </p:nvSpPr>
        <p:spPr>
          <a:xfrm>
            <a:off x="7333488" y="5829300"/>
            <a:ext cx="36576" cy="512064"/>
          </a:xfrm>
          <a:prstGeom prst="rect">
            <a:avLst/>
          </a:prstGeom>
          <a:solidFill>
            <a:srgbClr val="385723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7" name="Shape 47">
            <a:extLst>
              <a:ext uri="{FF2B5EF4-FFF2-40B4-BE49-F238E27FC236}">
                <a16:creationId xmlns:a16="http://schemas.microsoft.com/office/drawing/2014/main" id="{E498A962-07D8-8249-4F51-5D84CE2CAD74}"/>
              </a:ext>
            </a:extLst>
          </p:cNvPr>
          <p:cNvSpPr/>
          <p:nvPr/>
        </p:nvSpPr>
        <p:spPr>
          <a:xfrm>
            <a:off x="0" y="1929384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8" name="Shape 48">
            <a:extLst>
              <a:ext uri="{FF2B5EF4-FFF2-40B4-BE49-F238E27FC236}">
                <a16:creationId xmlns:a16="http://schemas.microsoft.com/office/drawing/2014/main" id="{49B8FFE1-25A7-FD4B-4197-ABB5E94C118D}"/>
              </a:ext>
            </a:extLst>
          </p:cNvPr>
          <p:cNvSpPr/>
          <p:nvPr/>
        </p:nvSpPr>
        <p:spPr>
          <a:xfrm>
            <a:off x="45720" y="1993392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7C3AED"/>
          </a:solidFill>
          <a:ln w="12701" cap="flat">
            <a:solidFill>
              <a:srgbClr val="7C3AE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9" name="Text 49">
            <a:extLst>
              <a:ext uri="{FF2B5EF4-FFF2-40B4-BE49-F238E27FC236}">
                <a16:creationId xmlns:a16="http://schemas.microsoft.com/office/drawing/2014/main" id="{2EC208B2-1B22-6400-DC53-00E7C174DCBE}"/>
              </a:ext>
            </a:extLst>
          </p:cNvPr>
          <p:cNvSpPr/>
          <p:nvPr/>
        </p:nvSpPr>
        <p:spPr>
          <a:xfrm>
            <a:off x="45720" y="1993392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TL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0" name="Text 50">
            <a:extLst>
              <a:ext uri="{FF2B5EF4-FFF2-40B4-BE49-F238E27FC236}">
                <a16:creationId xmlns:a16="http://schemas.microsoft.com/office/drawing/2014/main" id="{281F941B-F9D4-74A6-8A33-C832DA986BE9}"/>
              </a:ext>
            </a:extLst>
          </p:cNvPr>
          <p:cNvSpPr/>
          <p:nvPr/>
        </p:nvSpPr>
        <p:spPr>
          <a:xfrm>
            <a:off x="521208" y="1929384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Saulo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1" name="Text 51">
            <a:extLst>
              <a:ext uri="{FF2B5EF4-FFF2-40B4-BE49-F238E27FC236}">
                <a16:creationId xmlns:a16="http://schemas.microsoft.com/office/drawing/2014/main" id="{9F518AC0-12B7-0AFD-CE6A-45A8CA080E34}"/>
              </a:ext>
            </a:extLst>
          </p:cNvPr>
          <p:cNvSpPr/>
          <p:nvPr/>
        </p:nvSpPr>
        <p:spPr>
          <a:xfrm>
            <a:off x="1435608" y="1929384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Tech Lead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2" name="Shape 52">
            <a:extLst>
              <a:ext uri="{FF2B5EF4-FFF2-40B4-BE49-F238E27FC236}">
                <a16:creationId xmlns:a16="http://schemas.microsoft.com/office/drawing/2014/main" id="{F8772BD0-B047-EB17-AC6B-8AA87CA2B728}"/>
              </a:ext>
            </a:extLst>
          </p:cNvPr>
          <p:cNvSpPr/>
          <p:nvPr/>
        </p:nvSpPr>
        <p:spPr>
          <a:xfrm>
            <a:off x="2569463" y="2002536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3" name="Text 53">
            <a:extLst>
              <a:ext uri="{FF2B5EF4-FFF2-40B4-BE49-F238E27FC236}">
                <a16:creationId xmlns:a16="http://schemas.microsoft.com/office/drawing/2014/main" id="{6A4D07DD-BD25-C5AC-4C76-67B19C12BAE3}"/>
              </a:ext>
            </a:extLst>
          </p:cNvPr>
          <p:cNvSpPr/>
          <p:nvPr/>
        </p:nvSpPr>
        <p:spPr>
          <a:xfrm>
            <a:off x="2569463" y="2002536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>Sênior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4" name="Text 54">
            <a:extLst>
              <a:ext uri="{FF2B5EF4-FFF2-40B4-BE49-F238E27FC236}">
                <a16:creationId xmlns:a16="http://schemas.microsoft.com/office/drawing/2014/main" id="{5B73B7FC-D009-258E-A699-C79D1718E6E3}"/>
              </a:ext>
            </a:extLst>
          </p:cNvPr>
          <p:cNvSpPr/>
          <p:nvPr/>
        </p:nvSpPr>
        <p:spPr>
          <a:xfrm>
            <a:off x="3282696" y="192938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54h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5" name="Text 55">
            <a:extLst>
              <a:ext uri="{FF2B5EF4-FFF2-40B4-BE49-F238E27FC236}">
                <a16:creationId xmlns:a16="http://schemas.microsoft.com/office/drawing/2014/main" id="{FA5979D6-7FAB-044D-DCC0-ED4F02D19F31}"/>
              </a:ext>
            </a:extLst>
          </p:cNvPr>
          <p:cNvSpPr/>
          <p:nvPr/>
        </p:nvSpPr>
        <p:spPr>
          <a:xfrm>
            <a:off x="3803903" y="192938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54h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6" name="Text 56">
            <a:extLst>
              <a:ext uri="{FF2B5EF4-FFF2-40B4-BE49-F238E27FC236}">
                <a16:creationId xmlns:a16="http://schemas.microsoft.com/office/drawing/2014/main" id="{4638F2FA-ED5D-409C-9F75-E5DC71DB3E17}"/>
              </a:ext>
            </a:extLst>
          </p:cNvPr>
          <p:cNvSpPr/>
          <p:nvPr/>
        </p:nvSpPr>
        <p:spPr>
          <a:xfrm>
            <a:off x="4325112" y="1929384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EA580C"/>
                </a:solidFill>
                <a:uFillTx/>
                <a:latin typeface="Calibri"/>
              </a:rPr>
              <a:t>0h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7" name="Shape 57">
            <a:extLst>
              <a:ext uri="{FF2B5EF4-FFF2-40B4-BE49-F238E27FC236}">
                <a16:creationId xmlns:a16="http://schemas.microsoft.com/office/drawing/2014/main" id="{9B06639A-F317-8C49-0973-5DF24D3A5842}"/>
              </a:ext>
            </a:extLst>
          </p:cNvPr>
          <p:cNvSpPr/>
          <p:nvPr/>
        </p:nvSpPr>
        <p:spPr>
          <a:xfrm>
            <a:off x="4873752" y="1975104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8" name="Text 58">
            <a:extLst>
              <a:ext uri="{FF2B5EF4-FFF2-40B4-BE49-F238E27FC236}">
                <a16:creationId xmlns:a16="http://schemas.microsoft.com/office/drawing/2014/main" id="{303E4850-9AFF-EACC-C880-8664F5B6FFE1}"/>
              </a:ext>
            </a:extLst>
          </p:cNvPr>
          <p:cNvSpPr/>
          <p:nvPr/>
        </p:nvSpPr>
        <p:spPr>
          <a:xfrm>
            <a:off x="4873752" y="192938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D4ED8"/>
                </a:solidFill>
                <a:uFillTx/>
                <a:latin typeface="Calibri"/>
              </a:rPr>
              <a:t>54h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9" name="Text 59">
            <a:extLst>
              <a:ext uri="{FF2B5EF4-FFF2-40B4-BE49-F238E27FC236}">
                <a16:creationId xmlns:a16="http://schemas.microsoft.com/office/drawing/2014/main" id="{907907EA-F6E5-4D4A-B757-76E4166BC873}"/>
              </a:ext>
            </a:extLst>
          </p:cNvPr>
          <p:cNvSpPr/>
          <p:nvPr/>
        </p:nvSpPr>
        <p:spPr>
          <a:xfrm>
            <a:off x="5394960" y="1929384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—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0" name="Shape 60">
            <a:extLst>
              <a:ext uri="{FF2B5EF4-FFF2-40B4-BE49-F238E27FC236}">
                <a16:creationId xmlns:a16="http://schemas.microsoft.com/office/drawing/2014/main" id="{292B80A5-98F5-F7D7-C4E7-5D554100FAA4}"/>
              </a:ext>
            </a:extLst>
          </p:cNvPr>
          <p:cNvSpPr/>
          <p:nvPr/>
        </p:nvSpPr>
        <p:spPr>
          <a:xfrm>
            <a:off x="6025896" y="2039112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1" name="Shape 61">
            <a:extLst>
              <a:ext uri="{FF2B5EF4-FFF2-40B4-BE49-F238E27FC236}">
                <a16:creationId xmlns:a16="http://schemas.microsoft.com/office/drawing/2014/main" id="{E9E3A22C-4836-91FE-D6FA-BBB5F908DFF2}"/>
              </a:ext>
            </a:extLst>
          </p:cNvPr>
          <p:cNvSpPr/>
          <p:nvPr/>
        </p:nvSpPr>
        <p:spPr>
          <a:xfrm>
            <a:off x="6025896" y="2039112"/>
            <a:ext cx="822960" cy="82296"/>
          </a:xfrm>
          <a:prstGeom prst="rect">
            <a:avLst/>
          </a:prstGeom>
          <a:solidFill>
            <a:srgbClr val="22C55E"/>
          </a:solidFill>
          <a:ln w="12701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2" name="Text 62">
            <a:extLst>
              <a:ext uri="{FF2B5EF4-FFF2-40B4-BE49-F238E27FC236}">
                <a16:creationId xmlns:a16="http://schemas.microsoft.com/office/drawing/2014/main" id="{F8C350E1-9555-C9ED-FD59-DCE606322B76}"/>
              </a:ext>
            </a:extLst>
          </p:cNvPr>
          <p:cNvSpPr/>
          <p:nvPr/>
        </p:nvSpPr>
        <p:spPr>
          <a:xfrm>
            <a:off x="6976872" y="1929384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EF4444"/>
                </a:solidFill>
                <a:uFillTx/>
                <a:latin typeface="Calibri"/>
              </a:rPr>
              <a:t>100.0%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3" name="Shape 65">
            <a:extLst>
              <a:ext uri="{FF2B5EF4-FFF2-40B4-BE49-F238E27FC236}">
                <a16:creationId xmlns:a16="http://schemas.microsoft.com/office/drawing/2014/main" id="{BD9BA3ED-4A28-C37E-AB47-39AE562A3348}"/>
              </a:ext>
            </a:extLst>
          </p:cNvPr>
          <p:cNvSpPr/>
          <p:nvPr/>
        </p:nvSpPr>
        <p:spPr>
          <a:xfrm>
            <a:off x="9025128" y="2002536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4" name="Text 66">
            <a:extLst>
              <a:ext uri="{FF2B5EF4-FFF2-40B4-BE49-F238E27FC236}">
                <a16:creationId xmlns:a16="http://schemas.microsoft.com/office/drawing/2014/main" id="{59CE15FB-328A-6AB4-B088-1B3BEC6D28EA}"/>
              </a:ext>
            </a:extLst>
          </p:cNvPr>
          <p:cNvSpPr/>
          <p:nvPr/>
        </p:nvSpPr>
        <p:spPr>
          <a:xfrm>
            <a:off x="9025128" y="2002536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>No plano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5" name="Shape 67">
            <a:extLst>
              <a:ext uri="{FF2B5EF4-FFF2-40B4-BE49-F238E27FC236}">
                <a16:creationId xmlns:a16="http://schemas.microsoft.com/office/drawing/2014/main" id="{8249F163-3DBB-33F4-0BAC-8E9177E5EBF4}"/>
              </a:ext>
            </a:extLst>
          </p:cNvPr>
          <p:cNvSpPr/>
          <p:nvPr/>
        </p:nvSpPr>
        <p:spPr>
          <a:xfrm>
            <a:off x="-4352" y="2208275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6" name="Shape 87">
            <a:extLst>
              <a:ext uri="{FF2B5EF4-FFF2-40B4-BE49-F238E27FC236}">
                <a16:creationId xmlns:a16="http://schemas.microsoft.com/office/drawing/2014/main" id="{A5C19DD7-3B75-8D26-DD7E-5C16966A06A0}"/>
              </a:ext>
            </a:extLst>
          </p:cNvPr>
          <p:cNvSpPr/>
          <p:nvPr/>
        </p:nvSpPr>
        <p:spPr>
          <a:xfrm>
            <a:off x="0" y="2487168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7" name="Shape 107">
            <a:extLst>
              <a:ext uri="{FF2B5EF4-FFF2-40B4-BE49-F238E27FC236}">
                <a16:creationId xmlns:a16="http://schemas.microsoft.com/office/drawing/2014/main" id="{DCABC83F-88F8-FE89-0F22-F5F25FF4DFF7}"/>
              </a:ext>
            </a:extLst>
          </p:cNvPr>
          <p:cNvSpPr/>
          <p:nvPr/>
        </p:nvSpPr>
        <p:spPr>
          <a:xfrm>
            <a:off x="0" y="2766060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8" name="Shape 127">
            <a:extLst>
              <a:ext uri="{FF2B5EF4-FFF2-40B4-BE49-F238E27FC236}">
                <a16:creationId xmlns:a16="http://schemas.microsoft.com/office/drawing/2014/main" id="{04F50036-0AC0-FBC8-0268-D5369F5B2590}"/>
              </a:ext>
            </a:extLst>
          </p:cNvPr>
          <p:cNvSpPr/>
          <p:nvPr/>
        </p:nvSpPr>
        <p:spPr>
          <a:xfrm>
            <a:off x="0" y="3044951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9" name="Shape 147">
            <a:extLst>
              <a:ext uri="{FF2B5EF4-FFF2-40B4-BE49-F238E27FC236}">
                <a16:creationId xmlns:a16="http://schemas.microsoft.com/office/drawing/2014/main" id="{CE8014CB-D754-0043-5C07-E2553BC6A603}"/>
              </a:ext>
            </a:extLst>
          </p:cNvPr>
          <p:cNvSpPr/>
          <p:nvPr/>
        </p:nvSpPr>
        <p:spPr>
          <a:xfrm>
            <a:off x="0" y="3323844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0" name="Shape 167">
            <a:extLst>
              <a:ext uri="{FF2B5EF4-FFF2-40B4-BE49-F238E27FC236}">
                <a16:creationId xmlns:a16="http://schemas.microsoft.com/office/drawing/2014/main" id="{2E7C8876-13C3-302C-A408-371CA6B0DA09}"/>
              </a:ext>
            </a:extLst>
          </p:cNvPr>
          <p:cNvSpPr/>
          <p:nvPr/>
        </p:nvSpPr>
        <p:spPr>
          <a:xfrm>
            <a:off x="0" y="3602736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1" name="Shape 187">
            <a:extLst>
              <a:ext uri="{FF2B5EF4-FFF2-40B4-BE49-F238E27FC236}">
                <a16:creationId xmlns:a16="http://schemas.microsoft.com/office/drawing/2014/main" id="{82A7BA40-0E1F-DBAD-5949-E1420D414A5B}"/>
              </a:ext>
            </a:extLst>
          </p:cNvPr>
          <p:cNvSpPr/>
          <p:nvPr/>
        </p:nvSpPr>
        <p:spPr>
          <a:xfrm>
            <a:off x="0" y="3881628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2" name="Shape 207">
            <a:extLst>
              <a:ext uri="{FF2B5EF4-FFF2-40B4-BE49-F238E27FC236}">
                <a16:creationId xmlns:a16="http://schemas.microsoft.com/office/drawing/2014/main" id="{58FEF963-8446-7632-2659-90864CF57914}"/>
              </a:ext>
            </a:extLst>
          </p:cNvPr>
          <p:cNvSpPr/>
          <p:nvPr/>
        </p:nvSpPr>
        <p:spPr>
          <a:xfrm>
            <a:off x="0" y="4160520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3" name="Shape 208">
            <a:extLst>
              <a:ext uri="{FF2B5EF4-FFF2-40B4-BE49-F238E27FC236}">
                <a16:creationId xmlns:a16="http://schemas.microsoft.com/office/drawing/2014/main" id="{74DABD44-71CA-FB4F-865B-438093F60594}"/>
              </a:ext>
            </a:extLst>
          </p:cNvPr>
          <p:cNvSpPr/>
          <p:nvPr/>
        </p:nvSpPr>
        <p:spPr>
          <a:xfrm>
            <a:off x="64008" y="2272284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472C4"/>
          </a:solidFill>
          <a:ln w="12701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4" name="Text 209">
            <a:extLst>
              <a:ext uri="{FF2B5EF4-FFF2-40B4-BE49-F238E27FC236}">
                <a16:creationId xmlns:a16="http://schemas.microsoft.com/office/drawing/2014/main" id="{16D8C835-0ED8-B6C3-C4A7-82188B077845}"/>
              </a:ext>
            </a:extLst>
          </p:cNvPr>
          <p:cNvSpPr/>
          <p:nvPr/>
        </p:nvSpPr>
        <p:spPr>
          <a:xfrm>
            <a:off x="64008" y="2272284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SM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5" name="Text 210">
            <a:extLst>
              <a:ext uri="{FF2B5EF4-FFF2-40B4-BE49-F238E27FC236}">
                <a16:creationId xmlns:a16="http://schemas.microsoft.com/office/drawing/2014/main" id="{4C88AC3C-7D74-8342-0B92-CEBEE0F96A9C}"/>
              </a:ext>
            </a:extLst>
          </p:cNvPr>
          <p:cNvSpPr/>
          <p:nvPr/>
        </p:nvSpPr>
        <p:spPr>
          <a:xfrm>
            <a:off x="539496" y="2208275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Patricia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6" name="Text 211">
            <a:extLst>
              <a:ext uri="{FF2B5EF4-FFF2-40B4-BE49-F238E27FC236}">
                <a16:creationId xmlns:a16="http://schemas.microsoft.com/office/drawing/2014/main" id="{D221554B-0CE5-38DA-CA39-81600A1F19BD}"/>
              </a:ext>
            </a:extLst>
          </p:cNvPr>
          <p:cNvSpPr/>
          <p:nvPr/>
        </p:nvSpPr>
        <p:spPr>
          <a:xfrm>
            <a:off x="1453896" y="2208275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Scrum Master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7" name="Shape 212">
            <a:extLst>
              <a:ext uri="{FF2B5EF4-FFF2-40B4-BE49-F238E27FC236}">
                <a16:creationId xmlns:a16="http://schemas.microsoft.com/office/drawing/2014/main" id="{07373A6A-800C-B7EF-FADC-F50A158A04D7}"/>
              </a:ext>
            </a:extLst>
          </p:cNvPr>
          <p:cNvSpPr/>
          <p:nvPr/>
        </p:nvSpPr>
        <p:spPr>
          <a:xfrm>
            <a:off x="2587751" y="2281427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8" name="Text 213">
            <a:extLst>
              <a:ext uri="{FF2B5EF4-FFF2-40B4-BE49-F238E27FC236}">
                <a16:creationId xmlns:a16="http://schemas.microsoft.com/office/drawing/2014/main" id="{768D4298-4847-2F66-A9AA-12F7B513C43A}"/>
              </a:ext>
            </a:extLst>
          </p:cNvPr>
          <p:cNvSpPr/>
          <p:nvPr/>
        </p:nvSpPr>
        <p:spPr>
          <a:xfrm>
            <a:off x="2587751" y="2281427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>Sênior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9" name="Text 214">
            <a:extLst>
              <a:ext uri="{FF2B5EF4-FFF2-40B4-BE49-F238E27FC236}">
                <a16:creationId xmlns:a16="http://schemas.microsoft.com/office/drawing/2014/main" id="{D7844B4A-05F6-E2F9-D981-6F9D5B9D2E1A}"/>
              </a:ext>
            </a:extLst>
          </p:cNvPr>
          <p:cNvSpPr/>
          <p:nvPr/>
        </p:nvSpPr>
        <p:spPr>
          <a:xfrm>
            <a:off x="3300984" y="2208275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18h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0" name="Text 215">
            <a:extLst>
              <a:ext uri="{FF2B5EF4-FFF2-40B4-BE49-F238E27FC236}">
                <a16:creationId xmlns:a16="http://schemas.microsoft.com/office/drawing/2014/main" id="{755AA142-FF03-5224-060C-A9FA1A2B9A91}"/>
              </a:ext>
            </a:extLst>
          </p:cNvPr>
          <p:cNvSpPr/>
          <p:nvPr/>
        </p:nvSpPr>
        <p:spPr>
          <a:xfrm>
            <a:off x="3822191" y="2208275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20h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1" name="Text 216">
            <a:extLst>
              <a:ext uri="{FF2B5EF4-FFF2-40B4-BE49-F238E27FC236}">
                <a16:creationId xmlns:a16="http://schemas.microsoft.com/office/drawing/2014/main" id="{5D6BA1DC-ABD3-E343-777D-F89537DC7410}"/>
              </a:ext>
            </a:extLst>
          </p:cNvPr>
          <p:cNvSpPr/>
          <p:nvPr/>
        </p:nvSpPr>
        <p:spPr>
          <a:xfrm>
            <a:off x="4343400" y="2208275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—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2" name="Shape 217">
            <a:extLst>
              <a:ext uri="{FF2B5EF4-FFF2-40B4-BE49-F238E27FC236}">
                <a16:creationId xmlns:a16="http://schemas.microsoft.com/office/drawing/2014/main" id="{5DE306E8-AB3C-E8E2-266A-BCD5F961FDC4}"/>
              </a:ext>
            </a:extLst>
          </p:cNvPr>
          <p:cNvSpPr/>
          <p:nvPr/>
        </p:nvSpPr>
        <p:spPr>
          <a:xfrm>
            <a:off x="4892040" y="2253996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3" name="Text 218">
            <a:extLst>
              <a:ext uri="{FF2B5EF4-FFF2-40B4-BE49-F238E27FC236}">
                <a16:creationId xmlns:a16="http://schemas.microsoft.com/office/drawing/2014/main" id="{4F5515B5-20C6-D6B4-5ACC-092F84E1F204}"/>
              </a:ext>
            </a:extLst>
          </p:cNvPr>
          <p:cNvSpPr/>
          <p:nvPr/>
        </p:nvSpPr>
        <p:spPr>
          <a:xfrm>
            <a:off x="4892040" y="2208275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D4ED8"/>
                </a:solidFill>
                <a:uFillTx/>
                <a:latin typeface="Calibri"/>
              </a:rPr>
              <a:t>20h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4" name="Text 219">
            <a:extLst>
              <a:ext uri="{FF2B5EF4-FFF2-40B4-BE49-F238E27FC236}">
                <a16:creationId xmlns:a16="http://schemas.microsoft.com/office/drawing/2014/main" id="{71CF0E91-E8C9-3A26-D0BE-9E7BF7460DFD}"/>
              </a:ext>
            </a:extLst>
          </p:cNvPr>
          <p:cNvSpPr/>
          <p:nvPr/>
        </p:nvSpPr>
        <p:spPr>
          <a:xfrm>
            <a:off x="5413248" y="2208275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—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5" name="Shape 220">
            <a:extLst>
              <a:ext uri="{FF2B5EF4-FFF2-40B4-BE49-F238E27FC236}">
                <a16:creationId xmlns:a16="http://schemas.microsoft.com/office/drawing/2014/main" id="{670E03C9-C382-517E-E41F-73961BEE8940}"/>
              </a:ext>
            </a:extLst>
          </p:cNvPr>
          <p:cNvSpPr/>
          <p:nvPr/>
        </p:nvSpPr>
        <p:spPr>
          <a:xfrm>
            <a:off x="6044183" y="2318003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6" name="Shape 221">
            <a:extLst>
              <a:ext uri="{FF2B5EF4-FFF2-40B4-BE49-F238E27FC236}">
                <a16:creationId xmlns:a16="http://schemas.microsoft.com/office/drawing/2014/main" id="{46AED7B4-BBE3-BE1F-2CDE-C8BFC4BAEFF7}"/>
              </a:ext>
            </a:extLst>
          </p:cNvPr>
          <p:cNvSpPr/>
          <p:nvPr/>
        </p:nvSpPr>
        <p:spPr>
          <a:xfrm>
            <a:off x="6044183" y="2318003"/>
            <a:ext cx="914400" cy="82296"/>
          </a:xfrm>
          <a:prstGeom prst="rect">
            <a:avLst/>
          </a:prstGeom>
          <a:solidFill>
            <a:srgbClr val="22C55E"/>
          </a:solidFill>
          <a:ln w="12701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7" name="Text 222">
            <a:extLst>
              <a:ext uri="{FF2B5EF4-FFF2-40B4-BE49-F238E27FC236}">
                <a16:creationId xmlns:a16="http://schemas.microsoft.com/office/drawing/2014/main" id="{12392C5D-821A-1964-4F07-E8371F5836D2}"/>
              </a:ext>
            </a:extLst>
          </p:cNvPr>
          <p:cNvSpPr/>
          <p:nvPr/>
        </p:nvSpPr>
        <p:spPr>
          <a:xfrm>
            <a:off x="6995159" y="2208275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EF4444"/>
                </a:solidFill>
                <a:uFillTx/>
                <a:latin typeface="Calibri"/>
              </a:rPr>
              <a:t>111.1%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8" name="Shape 225">
            <a:extLst>
              <a:ext uri="{FF2B5EF4-FFF2-40B4-BE49-F238E27FC236}">
                <a16:creationId xmlns:a16="http://schemas.microsoft.com/office/drawing/2014/main" id="{7651183C-A70D-76E3-240A-658D4BEF81E9}"/>
              </a:ext>
            </a:extLst>
          </p:cNvPr>
          <p:cNvSpPr/>
          <p:nvPr/>
        </p:nvSpPr>
        <p:spPr>
          <a:xfrm>
            <a:off x="9043416" y="2281427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9" name="Text 226">
            <a:extLst>
              <a:ext uri="{FF2B5EF4-FFF2-40B4-BE49-F238E27FC236}">
                <a16:creationId xmlns:a16="http://schemas.microsoft.com/office/drawing/2014/main" id="{36AFF0F8-D2F6-A91E-0441-11EEB35EC5F1}"/>
              </a:ext>
            </a:extLst>
          </p:cNvPr>
          <p:cNvSpPr/>
          <p:nvPr/>
        </p:nvSpPr>
        <p:spPr>
          <a:xfrm>
            <a:off x="9043416" y="2281427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>No plano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0" name="Shape 227">
            <a:extLst>
              <a:ext uri="{FF2B5EF4-FFF2-40B4-BE49-F238E27FC236}">
                <a16:creationId xmlns:a16="http://schemas.microsoft.com/office/drawing/2014/main" id="{3A36AA64-1BE8-35B4-0803-BC5AE796F086}"/>
              </a:ext>
            </a:extLst>
          </p:cNvPr>
          <p:cNvSpPr/>
          <p:nvPr/>
        </p:nvSpPr>
        <p:spPr>
          <a:xfrm>
            <a:off x="0" y="4439412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1" name="Shape 228">
            <a:extLst>
              <a:ext uri="{FF2B5EF4-FFF2-40B4-BE49-F238E27FC236}">
                <a16:creationId xmlns:a16="http://schemas.microsoft.com/office/drawing/2014/main" id="{3589D109-6AE4-21DC-0F0D-359A9369000F}"/>
              </a:ext>
            </a:extLst>
          </p:cNvPr>
          <p:cNvSpPr/>
          <p:nvPr/>
        </p:nvSpPr>
        <p:spPr>
          <a:xfrm>
            <a:off x="64008" y="2551176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F5597"/>
          </a:solidFill>
          <a:ln w="12701" cap="flat">
            <a:solidFill>
              <a:srgbClr val="EA580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2" name="Text 229">
            <a:extLst>
              <a:ext uri="{FF2B5EF4-FFF2-40B4-BE49-F238E27FC236}">
                <a16:creationId xmlns:a16="http://schemas.microsoft.com/office/drawing/2014/main" id="{53F43089-5ED8-8EA0-B2B2-B5C3055552DE}"/>
              </a:ext>
            </a:extLst>
          </p:cNvPr>
          <p:cNvSpPr/>
          <p:nvPr/>
        </p:nvSpPr>
        <p:spPr>
          <a:xfrm>
            <a:off x="64008" y="2551176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Front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3" name="Text 230">
            <a:extLst>
              <a:ext uri="{FF2B5EF4-FFF2-40B4-BE49-F238E27FC236}">
                <a16:creationId xmlns:a16="http://schemas.microsoft.com/office/drawing/2014/main" id="{E52BCAA4-6858-FA45-E022-0A9C75D59EE4}"/>
              </a:ext>
            </a:extLst>
          </p:cNvPr>
          <p:cNvSpPr/>
          <p:nvPr/>
        </p:nvSpPr>
        <p:spPr>
          <a:xfrm>
            <a:off x="539496" y="2487168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Carlos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4" name="Text 231">
            <a:extLst>
              <a:ext uri="{FF2B5EF4-FFF2-40B4-BE49-F238E27FC236}">
                <a16:creationId xmlns:a16="http://schemas.microsoft.com/office/drawing/2014/main" id="{CE368059-26B8-3483-5B56-0DBE0B1BC0C7}"/>
              </a:ext>
            </a:extLst>
          </p:cNvPr>
          <p:cNvSpPr/>
          <p:nvPr/>
        </p:nvSpPr>
        <p:spPr>
          <a:xfrm>
            <a:off x="1453896" y="2487168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Dev Front-end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5" name="Shape 232">
            <a:extLst>
              <a:ext uri="{FF2B5EF4-FFF2-40B4-BE49-F238E27FC236}">
                <a16:creationId xmlns:a16="http://schemas.microsoft.com/office/drawing/2014/main" id="{85CC4DFB-9301-7249-86CC-9E847FFBA239}"/>
              </a:ext>
            </a:extLst>
          </p:cNvPr>
          <p:cNvSpPr/>
          <p:nvPr/>
        </p:nvSpPr>
        <p:spPr>
          <a:xfrm>
            <a:off x="2587751" y="2560320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1D4ED8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6" name="Text 233">
            <a:extLst>
              <a:ext uri="{FF2B5EF4-FFF2-40B4-BE49-F238E27FC236}">
                <a16:creationId xmlns:a16="http://schemas.microsoft.com/office/drawing/2014/main" id="{2AC8B4F1-22D7-88FD-A9FE-AD9EBA65C729}"/>
              </a:ext>
            </a:extLst>
          </p:cNvPr>
          <p:cNvSpPr/>
          <p:nvPr/>
        </p:nvSpPr>
        <p:spPr>
          <a:xfrm>
            <a:off x="2587751" y="2560320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1D4ED8"/>
                </a:solidFill>
                <a:uFillTx/>
                <a:latin typeface="Calibri"/>
              </a:rPr>
              <a:t>Pleno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7" name="Text 234">
            <a:extLst>
              <a:ext uri="{FF2B5EF4-FFF2-40B4-BE49-F238E27FC236}">
                <a16:creationId xmlns:a16="http://schemas.microsoft.com/office/drawing/2014/main" id="{1BDE606E-5C31-9478-BA03-7F8FEE0220FE}"/>
              </a:ext>
            </a:extLst>
          </p:cNvPr>
          <p:cNvSpPr/>
          <p:nvPr/>
        </p:nvSpPr>
        <p:spPr>
          <a:xfrm>
            <a:off x="3300984" y="2487168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54h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8" name="Text 235">
            <a:extLst>
              <a:ext uri="{FF2B5EF4-FFF2-40B4-BE49-F238E27FC236}">
                <a16:creationId xmlns:a16="http://schemas.microsoft.com/office/drawing/2014/main" id="{8F3D2C30-4659-CBE9-1840-C126911220AA}"/>
              </a:ext>
            </a:extLst>
          </p:cNvPr>
          <p:cNvSpPr/>
          <p:nvPr/>
        </p:nvSpPr>
        <p:spPr>
          <a:xfrm>
            <a:off x="3822191" y="2487168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57h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9" name="Text 236">
            <a:extLst>
              <a:ext uri="{FF2B5EF4-FFF2-40B4-BE49-F238E27FC236}">
                <a16:creationId xmlns:a16="http://schemas.microsoft.com/office/drawing/2014/main" id="{BA615407-78BE-70AE-8DF8-C64B169BFECD}"/>
              </a:ext>
            </a:extLst>
          </p:cNvPr>
          <p:cNvSpPr/>
          <p:nvPr/>
        </p:nvSpPr>
        <p:spPr>
          <a:xfrm>
            <a:off x="4343400" y="2487168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EA580C"/>
                </a:solidFill>
                <a:uFillTx/>
                <a:latin typeface="Calibri"/>
              </a:rPr>
              <a:t>0h</a:t>
            </a:r>
          </a:p>
        </p:txBody>
      </p:sp>
      <p:sp>
        <p:nvSpPr>
          <p:cNvPr id="110" name="Shape 237">
            <a:extLst>
              <a:ext uri="{FF2B5EF4-FFF2-40B4-BE49-F238E27FC236}">
                <a16:creationId xmlns:a16="http://schemas.microsoft.com/office/drawing/2014/main" id="{9B2A1859-3E67-ECE5-1E54-25A777612032}"/>
              </a:ext>
            </a:extLst>
          </p:cNvPr>
          <p:cNvSpPr/>
          <p:nvPr/>
        </p:nvSpPr>
        <p:spPr>
          <a:xfrm>
            <a:off x="4892040" y="2532888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1" name="Text 238">
            <a:extLst>
              <a:ext uri="{FF2B5EF4-FFF2-40B4-BE49-F238E27FC236}">
                <a16:creationId xmlns:a16="http://schemas.microsoft.com/office/drawing/2014/main" id="{3239944E-ED72-9C73-B8B0-E2D167A7DC68}"/>
              </a:ext>
            </a:extLst>
          </p:cNvPr>
          <p:cNvSpPr/>
          <p:nvPr/>
        </p:nvSpPr>
        <p:spPr>
          <a:xfrm>
            <a:off x="4892040" y="2487168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D4ED8"/>
                </a:solidFill>
                <a:uFillTx/>
                <a:latin typeface="Calibri"/>
              </a:rPr>
              <a:t>57h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2" name="Text 239">
            <a:extLst>
              <a:ext uri="{FF2B5EF4-FFF2-40B4-BE49-F238E27FC236}">
                <a16:creationId xmlns:a16="http://schemas.microsoft.com/office/drawing/2014/main" id="{3283979F-9203-41AA-6D06-A3E38E1412EA}"/>
              </a:ext>
            </a:extLst>
          </p:cNvPr>
          <p:cNvSpPr/>
          <p:nvPr/>
        </p:nvSpPr>
        <p:spPr>
          <a:xfrm>
            <a:off x="5413248" y="2487168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113" name="Shape 240">
            <a:extLst>
              <a:ext uri="{FF2B5EF4-FFF2-40B4-BE49-F238E27FC236}">
                <a16:creationId xmlns:a16="http://schemas.microsoft.com/office/drawing/2014/main" id="{1A9E9DE9-666C-D28C-AA8F-17CC06231962}"/>
              </a:ext>
            </a:extLst>
          </p:cNvPr>
          <p:cNvSpPr/>
          <p:nvPr/>
        </p:nvSpPr>
        <p:spPr>
          <a:xfrm>
            <a:off x="6044183" y="2596896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4" name="Shape 241">
            <a:extLst>
              <a:ext uri="{FF2B5EF4-FFF2-40B4-BE49-F238E27FC236}">
                <a16:creationId xmlns:a16="http://schemas.microsoft.com/office/drawing/2014/main" id="{479FC28D-B4F5-C2BA-2620-C562372BCC2A}"/>
              </a:ext>
            </a:extLst>
          </p:cNvPr>
          <p:cNvSpPr/>
          <p:nvPr/>
        </p:nvSpPr>
        <p:spPr>
          <a:xfrm>
            <a:off x="6044183" y="2596896"/>
            <a:ext cx="868680" cy="82296"/>
          </a:xfrm>
          <a:prstGeom prst="rect">
            <a:avLst/>
          </a:prstGeom>
          <a:solidFill>
            <a:srgbClr val="22C55E"/>
          </a:solidFill>
          <a:ln w="12701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5" name="Text 242">
            <a:extLst>
              <a:ext uri="{FF2B5EF4-FFF2-40B4-BE49-F238E27FC236}">
                <a16:creationId xmlns:a16="http://schemas.microsoft.com/office/drawing/2014/main" id="{C4D6ACE2-10D8-9ED4-B386-1D02810C6F49}"/>
              </a:ext>
            </a:extLst>
          </p:cNvPr>
          <p:cNvSpPr/>
          <p:nvPr/>
        </p:nvSpPr>
        <p:spPr>
          <a:xfrm>
            <a:off x="6995159" y="2487168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EF4444"/>
                </a:solidFill>
                <a:uFillTx/>
                <a:latin typeface="Calibri"/>
              </a:rPr>
              <a:t>105.6%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6" name="Shape 245">
            <a:extLst>
              <a:ext uri="{FF2B5EF4-FFF2-40B4-BE49-F238E27FC236}">
                <a16:creationId xmlns:a16="http://schemas.microsoft.com/office/drawing/2014/main" id="{C28173BA-DC66-8A89-3AD2-5D109DDBB901}"/>
              </a:ext>
            </a:extLst>
          </p:cNvPr>
          <p:cNvSpPr/>
          <p:nvPr/>
        </p:nvSpPr>
        <p:spPr>
          <a:xfrm>
            <a:off x="9043416" y="2560320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7" name="Text 246">
            <a:extLst>
              <a:ext uri="{FF2B5EF4-FFF2-40B4-BE49-F238E27FC236}">
                <a16:creationId xmlns:a16="http://schemas.microsoft.com/office/drawing/2014/main" id="{5420C54D-721A-3145-4059-6C4399AAA920}"/>
              </a:ext>
            </a:extLst>
          </p:cNvPr>
          <p:cNvSpPr/>
          <p:nvPr/>
        </p:nvSpPr>
        <p:spPr>
          <a:xfrm>
            <a:off x="9043416" y="2560320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>No plano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8" name="Shape 247">
            <a:extLst>
              <a:ext uri="{FF2B5EF4-FFF2-40B4-BE49-F238E27FC236}">
                <a16:creationId xmlns:a16="http://schemas.microsoft.com/office/drawing/2014/main" id="{705702C1-7763-9BAC-46DE-C46664ACE92E}"/>
              </a:ext>
            </a:extLst>
          </p:cNvPr>
          <p:cNvSpPr/>
          <p:nvPr/>
        </p:nvSpPr>
        <p:spPr>
          <a:xfrm>
            <a:off x="0" y="4718303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9" name="Shape 248">
            <a:extLst>
              <a:ext uri="{FF2B5EF4-FFF2-40B4-BE49-F238E27FC236}">
                <a16:creationId xmlns:a16="http://schemas.microsoft.com/office/drawing/2014/main" id="{679723A6-8679-181B-AAC8-E76D897EDC73}"/>
              </a:ext>
            </a:extLst>
          </p:cNvPr>
          <p:cNvSpPr/>
          <p:nvPr/>
        </p:nvSpPr>
        <p:spPr>
          <a:xfrm>
            <a:off x="64008" y="2830068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59669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0" name="Text 249">
            <a:extLst>
              <a:ext uri="{FF2B5EF4-FFF2-40B4-BE49-F238E27FC236}">
                <a16:creationId xmlns:a16="http://schemas.microsoft.com/office/drawing/2014/main" id="{47F65413-5871-2647-8AA4-CA44E3A09C7E}"/>
              </a:ext>
            </a:extLst>
          </p:cNvPr>
          <p:cNvSpPr/>
          <p:nvPr/>
        </p:nvSpPr>
        <p:spPr>
          <a:xfrm>
            <a:off x="64008" y="2830068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QA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1" name="Text 250">
            <a:extLst>
              <a:ext uri="{FF2B5EF4-FFF2-40B4-BE49-F238E27FC236}">
                <a16:creationId xmlns:a16="http://schemas.microsoft.com/office/drawing/2014/main" id="{E0824660-B650-EE43-438B-A623ACD7063C}"/>
              </a:ext>
            </a:extLst>
          </p:cNvPr>
          <p:cNvSpPr/>
          <p:nvPr/>
        </p:nvSpPr>
        <p:spPr>
          <a:xfrm>
            <a:off x="539496" y="2766060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Marcio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2" name="Text 251">
            <a:extLst>
              <a:ext uri="{FF2B5EF4-FFF2-40B4-BE49-F238E27FC236}">
                <a16:creationId xmlns:a16="http://schemas.microsoft.com/office/drawing/2014/main" id="{7F2D5A4A-0F99-76F5-511D-8E57F0E6AC4E}"/>
              </a:ext>
            </a:extLst>
          </p:cNvPr>
          <p:cNvSpPr/>
          <p:nvPr/>
        </p:nvSpPr>
        <p:spPr>
          <a:xfrm>
            <a:off x="1453896" y="2766060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QA Engineer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3" name="Shape 252">
            <a:extLst>
              <a:ext uri="{FF2B5EF4-FFF2-40B4-BE49-F238E27FC236}">
                <a16:creationId xmlns:a16="http://schemas.microsoft.com/office/drawing/2014/main" id="{E4FA3B8D-D28C-87C9-B2E4-A832881DB65B}"/>
              </a:ext>
            </a:extLst>
          </p:cNvPr>
          <p:cNvSpPr/>
          <p:nvPr/>
        </p:nvSpPr>
        <p:spPr>
          <a:xfrm>
            <a:off x="2587751" y="2839212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4" name="Text 253">
            <a:extLst>
              <a:ext uri="{FF2B5EF4-FFF2-40B4-BE49-F238E27FC236}">
                <a16:creationId xmlns:a16="http://schemas.microsoft.com/office/drawing/2014/main" id="{30395E2A-CBB9-B201-ABE9-BA013621A4A2}"/>
              </a:ext>
            </a:extLst>
          </p:cNvPr>
          <p:cNvSpPr/>
          <p:nvPr/>
        </p:nvSpPr>
        <p:spPr>
          <a:xfrm>
            <a:off x="2587751" y="2839212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>Sênior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5" name="Text 254">
            <a:extLst>
              <a:ext uri="{FF2B5EF4-FFF2-40B4-BE49-F238E27FC236}">
                <a16:creationId xmlns:a16="http://schemas.microsoft.com/office/drawing/2014/main" id="{69751A75-E173-7B2B-9BED-636EBFE12818}"/>
              </a:ext>
            </a:extLst>
          </p:cNvPr>
          <p:cNvSpPr/>
          <p:nvPr/>
        </p:nvSpPr>
        <p:spPr>
          <a:xfrm>
            <a:off x="3300984" y="2766060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dirty="0">
                <a:solidFill>
                  <a:srgbClr val="1E293B"/>
                </a:solidFill>
                <a:latin typeface="Calibri"/>
              </a:rPr>
              <a:t>27</a:t>
            </a: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6" name="Text 255">
            <a:extLst>
              <a:ext uri="{FF2B5EF4-FFF2-40B4-BE49-F238E27FC236}">
                <a16:creationId xmlns:a16="http://schemas.microsoft.com/office/drawing/2014/main" id="{D4B76099-FDF1-6781-ECA7-945372BCC586}"/>
              </a:ext>
            </a:extLst>
          </p:cNvPr>
          <p:cNvSpPr/>
          <p:nvPr/>
        </p:nvSpPr>
        <p:spPr>
          <a:xfrm>
            <a:off x="3822191" y="2766060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5h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7" name="Text 256">
            <a:extLst>
              <a:ext uri="{FF2B5EF4-FFF2-40B4-BE49-F238E27FC236}">
                <a16:creationId xmlns:a16="http://schemas.microsoft.com/office/drawing/2014/main" id="{40317F62-2489-7053-019B-7D1944950AC3}"/>
              </a:ext>
            </a:extLst>
          </p:cNvPr>
          <p:cNvSpPr/>
          <p:nvPr/>
        </p:nvSpPr>
        <p:spPr>
          <a:xfrm>
            <a:off x="4343400" y="2766060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EA580C"/>
                </a:solidFill>
                <a:uFillTx/>
                <a:latin typeface="Calibri"/>
              </a:rPr>
              <a:t>0h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8" name="Shape 257">
            <a:extLst>
              <a:ext uri="{FF2B5EF4-FFF2-40B4-BE49-F238E27FC236}">
                <a16:creationId xmlns:a16="http://schemas.microsoft.com/office/drawing/2014/main" id="{B99B8925-3FA8-2334-B495-818DEDE2FC36}"/>
              </a:ext>
            </a:extLst>
          </p:cNvPr>
          <p:cNvSpPr/>
          <p:nvPr/>
        </p:nvSpPr>
        <p:spPr>
          <a:xfrm>
            <a:off x="4892040" y="2811779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9" name="Text 258">
            <a:extLst>
              <a:ext uri="{FF2B5EF4-FFF2-40B4-BE49-F238E27FC236}">
                <a16:creationId xmlns:a16="http://schemas.microsoft.com/office/drawing/2014/main" id="{2DD9A4F9-1A6B-6111-2102-172DEB8D5B17}"/>
              </a:ext>
            </a:extLst>
          </p:cNvPr>
          <p:cNvSpPr/>
          <p:nvPr/>
        </p:nvSpPr>
        <p:spPr>
          <a:xfrm>
            <a:off x="4892040" y="2766060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D4ED8"/>
                </a:solidFill>
                <a:uFillTx/>
                <a:latin typeface="Calibri"/>
              </a:rPr>
              <a:t>5h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0" name="Text 259">
            <a:extLst>
              <a:ext uri="{FF2B5EF4-FFF2-40B4-BE49-F238E27FC236}">
                <a16:creationId xmlns:a16="http://schemas.microsoft.com/office/drawing/2014/main" id="{0A386D83-8EC5-C8B3-9F6C-132E1E0F8485}"/>
              </a:ext>
            </a:extLst>
          </p:cNvPr>
          <p:cNvSpPr/>
          <p:nvPr/>
        </p:nvSpPr>
        <p:spPr>
          <a:xfrm>
            <a:off x="5413248" y="2766060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—</a:t>
            </a:r>
            <a:endParaRPr lang="en-US" sz="850" b="1" i="0" u="none" strike="noStrike" kern="1200" cap="none" spc="0" baseline="0" dirty="0">
              <a:solidFill>
                <a:srgbClr val="DC2626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31" name="Shape 260">
            <a:extLst>
              <a:ext uri="{FF2B5EF4-FFF2-40B4-BE49-F238E27FC236}">
                <a16:creationId xmlns:a16="http://schemas.microsoft.com/office/drawing/2014/main" id="{A629D118-E583-E9B0-5DD8-BC8E3A4AABD5}"/>
              </a:ext>
            </a:extLst>
          </p:cNvPr>
          <p:cNvSpPr/>
          <p:nvPr/>
        </p:nvSpPr>
        <p:spPr>
          <a:xfrm>
            <a:off x="6044183" y="2875788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2" name="Shape 261">
            <a:extLst>
              <a:ext uri="{FF2B5EF4-FFF2-40B4-BE49-F238E27FC236}">
                <a16:creationId xmlns:a16="http://schemas.microsoft.com/office/drawing/2014/main" id="{78AD2BCD-5A11-2809-B42A-AAD560A6B7A8}"/>
              </a:ext>
            </a:extLst>
          </p:cNvPr>
          <p:cNvSpPr/>
          <p:nvPr/>
        </p:nvSpPr>
        <p:spPr>
          <a:xfrm>
            <a:off x="6044183" y="2875788"/>
            <a:ext cx="762000" cy="82296"/>
          </a:xfrm>
          <a:prstGeom prst="rect">
            <a:avLst/>
          </a:prstGeom>
          <a:solidFill>
            <a:srgbClr val="22C55E"/>
          </a:solidFill>
          <a:ln w="12701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3" name="Text 262">
            <a:extLst>
              <a:ext uri="{FF2B5EF4-FFF2-40B4-BE49-F238E27FC236}">
                <a16:creationId xmlns:a16="http://schemas.microsoft.com/office/drawing/2014/main" id="{8494010E-EFDA-8EAE-FA2A-5B43411552D4}"/>
              </a:ext>
            </a:extLst>
          </p:cNvPr>
          <p:cNvSpPr/>
          <p:nvPr/>
        </p:nvSpPr>
        <p:spPr>
          <a:xfrm>
            <a:off x="6995159" y="2766060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EF4444"/>
                </a:solidFill>
                <a:uFillTx/>
                <a:latin typeface="Calibri"/>
              </a:rPr>
              <a:t>18.5%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4" name="Shape 265">
            <a:extLst>
              <a:ext uri="{FF2B5EF4-FFF2-40B4-BE49-F238E27FC236}">
                <a16:creationId xmlns:a16="http://schemas.microsoft.com/office/drawing/2014/main" id="{B40705AE-F2BA-E60B-B063-E86A2750FF41}"/>
              </a:ext>
            </a:extLst>
          </p:cNvPr>
          <p:cNvSpPr/>
          <p:nvPr/>
        </p:nvSpPr>
        <p:spPr>
          <a:xfrm>
            <a:off x="9043416" y="2839212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5" name="Text 266">
            <a:extLst>
              <a:ext uri="{FF2B5EF4-FFF2-40B4-BE49-F238E27FC236}">
                <a16:creationId xmlns:a16="http://schemas.microsoft.com/office/drawing/2014/main" id="{1BDB70BF-5D01-165A-6A1B-DA0AD6420CDF}"/>
              </a:ext>
            </a:extLst>
          </p:cNvPr>
          <p:cNvSpPr/>
          <p:nvPr/>
        </p:nvSpPr>
        <p:spPr>
          <a:xfrm>
            <a:off x="9043416" y="2839212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>No plano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19" name="Shape 248">
            <a:extLst>
              <a:ext uri="{FF2B5EF4-FFF2-40B4-BE49-F238E27FC236}">
                <a16:creationId xmlns:a16="http://schemas.microsoft.com/office/drawing/2014/main" id="{679723A6-8679-181B-AAC8-E76D897EDC73}"/>
              </a:ext>
            </a:extLst>
          </p:cNvPr>
          <p:cNvSpPr/>
          <p:nvPr/>
        </p:nvSpPr>
        <p:spPr>
          <a:xfrm>
            <a:off x="64008" y="3108960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59669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0" name="Text 249">
            <a:extLst>
              <a:ext uri="{FF2B5EF4-FFF2-40B4-BE49-F238E27FC236}">
                <a16:creationId xmlns:a16="http://schemas.microsoft.com/office/drawing/2014/main" id="{47F65413-5871-2647-8AA4-CA44E3A09C7E}"/>
              </a:ext>
            </a:extLst>
          </p:cNvPr>
          <p:cNvSpPr/>
          <p:nvPr/>
        </p:nvSpPr>
        <p:spPr>
          <a:xfrm>
            <a:off x="64008" y="3108960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QA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1" name="Text 250">
            <a:extLst>
              <a:ext uri="{FF2B5EF4-FFF2-40B4-BE49-F238E27FC236}">
                <a16:creationId xmlns:a16="http://schemas.microsoft.com/office/drawing/2014/main" id="{E0824660-B650-EE43-438B-A623ACD7063C}"/>
              </a:ext>
            </a:extLst>
          </p:cNvPr>
          <p:cNvSpPr/>
          <p:nvPr/>
        </p:nvSpPr>
        <p:spPr>
          <a:xfrm>
            <a:off x="539496" y="3044952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Matheus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2" name="Text 251">
            <a:extLst>
              <a:ext uri="{FF2B5EF4-FFF2-40B4-BE49-F238E27FC236}">
                <a16:creationId xmlns:a16="http://schemas.microsoft.com/office/drawing/2014/main" id="{7F2D5A4A-0F99-76F5-511D-8E57F0E6AC4E}"/>
              </a:ext>
            </a:extLst>
          </p:cNvPr>
          <p:cNvSpPr/>
          <p:nvPr/>
        </p:nvSpPr>
        <p:spPr>
          <a:xfrm>
            <a:off x="1453896" y="3044952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QA Engineer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3" name="Shape 252">
            <a:extLst>
              <a:ext uri="{FF2B5EF4-FFF2-40B4-BE49-F238E27FC236}">
                <a16:creationId xmlns:a16="http://schemas.microsoft.com/office/drawing/2014/main" id="{E4FA3B8D-D28C-87C9-B2E4-A832881DB65B}"/>
              </a:ext>
            </a:extLst>
          </p:cNvPr>
          <p:cNvSpPr/>
          <p:nvPr/>
        </p:nvSpPr>
        <p:spPr>
          <a:xfrm>
            <a:off x="2587751" y="3118104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4" name="Text 253">
            <a:extLst>
              <a:ext uri="{FF2B5EF4-FFF2-40B4-BE49-F238E27FC236}">
                <a16:creationId xmlns:a16="http://schemas.microsoft.com/office/drawing/2014/main" id="{30395E2A-CBB9-B201-ABE9-BA013621A4A2}"/>
              </a:ext>
            </a:extLst>
          </p:cNvPr>
          <p:cNvSpPr/>
          <p:nvPr/>
        </p:nvSpPr>
        <p:spPr>
          <a:xfrm>
            <a:off x="2587751" y="3118104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>Sênior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5" name="Text 254">
            <a:extLst>
              <a:ext uri="{FF2B5EF4-FFF2-40B4-BE49-F238E27FC236}">
                <a16:creationId xmlns:a16="http://schemas.microsoft.com/office/drawing/2014/main" id="{69751A75-E173-7B2B-9BED-636EBFE12818}"/>
              </a:ext>
            </a:extLst>
          </p:cNvPr>
          <p:cNvSpPr/>
          <p:nvPr/>
        </p:nvSpPr>
        <p:spPr>
          <a:xfrm>
            <a:off x="3300984" y="3044952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dirty="0">
                <a:solidFill>
                  <a:srgbClr val="1E293B"/>
                </a:solidFill>
                <a:latin typeface="Calibri"/>
              </a:rPr>
              <a:t>21,2</a:t>
            </a: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6" name="Text 255">
            <a:extLst>
              <a:ext uri="{FF2B5EF4-FFF2-40B4-BE49-F238E27FC236}">
                <a16:creationId xmlns:a16="http://schemas.microsoft.com/office/drawing/2014/main" id="{D4B76099-FDF1-6781-ECA7-945372BCC586}"/>
              </a:ext>
            </a:extLst>
          </p:cNvPr>
          <p:cNvSpPr/>
          <p:nvPr/>
        </p:nvSpPr>
        <p:spPr>
          <a:xfrm>
            <a:off x="3822191" y="3044952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25h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7" name="Text 256">
            <a:extLst>
              <a:ext uri="{FF2B5EF4-FFF2-40B4-BE49-F238E27FC236}">
                <a16:creationId xmlns:a16="http://schemas.microsoft.com/office/drawing/2014/main" id="{40317F62-2489-7053-019B-7D1944950AC3}"/>
              </a:ext>
            </a:extLst>
          </p:cNvPr>
          <p:cNvSpPr/>
          <p:nvPr/>
        </p:nvSpPr>
        <p:spPr>
          <a:xfrm>
            <a:off x="4343400" y="3044952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EA580C"/>
                </a:solidFill>
                <a:uFillTx/>
                <a:latin typeface="Calibri"/>
              </a:rPr>
              <a:t>6.5h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8" name="Shape 257">
            <a:extLst>
              <a:ext uri="{FF2B5EF4-FFF2-40B4-BE49-F238E27FC236}">
                <a16:creationId xmlns:a16="http://schemas.microsoft.com/office/drawing/2014/main" id="{B99B8925-3FA8-2334-B495-818DEDE2FC36}"/>
              </a:ext>
            </a:extLst>
          </p:cNvPr>
          <p:cNvSpPr/>
          <p:nvPr/>
        </p:nvSpPr>
        <p:spPr>
          <a:xfrm>
            <a:off x="4892040" y="3090671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9" name="Text 258">
            <a:extLst>
              <a:ext uri="{FF2B5EF4-FFF2-40B4-BE49-F238E27FC236}">
                <a16:creationId xmlns:a16="http://schemas.microsoft.com/office/drawing/2014/main" id="{2DD9A4F9-1A6B-6111-2102-172DEB8D5B17}"/>
              </a:ext>
            </a:extLst>
          </p:cNvPr>
          <p:cNvSpPr/>
          <p:nvPr/>
        </p:nvSpPr>
        <p:spPr>
          <a:xfrm>
            <a:off x="4892040" y="3044952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D4ED8"/>
                </a:solidFill>
                <a:uFillTx/>
                <a:latin typeface="Calibri"/>
              </a:rPr>
              <a:t>31.5h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30" name="Text 259">
            <a:extLst>
              <a:ext uri="{FF2B5EF4-FFF2-40B4-BE49-F238E27FC236}">
                <a16:creationId xmlns:a16="http://schemas.microsoft.com/office/drawing/2014/main" id="{0A386D83-8EC5-C8B3-9F6C-132E1E0F8485}"/>
              </a:ext>
            </a:extLst>
          </p:cNvPr>
          <p:cNvSpPr/>
          <p:nvPr/>
        </p:nvSpPr>
        <p:spPr>
          <a:xfrm>
            <a:off x="5413248" y="3044952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 dirty="0">
                <a:solidFill>
                  <a:srgbClr val="DC2626"/>
                </a:solidFill>
                <a:uFillTx/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131" name="Shape 260">
            <a:extLst>
              <a:ext uri="{FF2B5EF4-FFF2-40B4-BE49-F238E27FC236}">
                <a16:creationId xmlns:a16="http://schemas.microsoft.com/office/drawing/2014/main" id="{A629D118-E583-E9B0-5DD8-BC8E3A4AABD5}"/>
              </a:ext>
            </a:extLst>
          </p:cNvPr>
          <p:cNvSpPr/>
          <p:nvPr/>
        </p:nvSpPr>
        <p:spPr>
          <a:xfrm>
            <a:off x="6044183" y="3154680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32" name="Shape 261">
            <a:extLst>
              <a:ext uri="{FF2B5EF4-FFF2-40B4-BE49-F238E27FC236}">
                <a16:creationId xmlns:a16="http://schemas.microsoft.com/office/drawing/2014/main" id="{78AD2BCD-5A11-2809-B42A-AAD560A6B7A8}"/>
              </a:ext>
            </a:extLst>
          </p:cNvPr>
          <p:cNvSpPr/>
          <p:nvPr/>
        </p:nvSpPr>
        <p:spPr>
          <a:xfrm>
            <a:off x="6044183" y="3154680"/>
            <a:ext cx="914400" cy="82296"/>
          </a:xfrm>
          <a:prstGeom prst="rect">
            <a:avLst/>
          </a:prstGeom>
          <a:solidFill>
            <a:srgbClr val="22C55E"/>
          </a:solidFill>
          <a:ln w="12701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33" name="Text 262">
            <a:extLst>
              <a:ext uri="{FF2B5EF4-FFF2-40B4-BE49-F238E27FC236}">
                <a16:creationId xmlns:a16="http://schemas.microsoft.com/office/drawing/2014/main" id="{8494010E-EFDA-8EAE-FA2A-5B43411552D4}"/>
              </a:ext>
            </a:extLst>
          </p:cNvPr>
          <p:cNvSpPr/>
          <p:nvPr/>
        </p:nvSpPr>
        <p:spPr>
          <a:xfrm>
            <a:off x="6995159" y="3044952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EF4444"/>
                </a:solidFill>
                <a:uFillTx/>
                <a:latin typeface="Calibri"/>
              </a:rPr>
              <a:t>148.6%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34" name="Shape 265">
            <a:extLst>
              <a:ext uri="{FF2B5EF4-FFF2-40B4-BE49-F238E27FC236}">
                <a16:creationId xmlns:a16="http://schemas.microsoft.com/office/drawing/2014/main" id="{B40705AE-F2BA-E60B-B063-E86A2750FF41}"/>
              </a:ext>
            </a:extLst>
          </p:cNvPr>
          <p:cNvSpPr/>
          <p:nvPr/>
        </p:nvSpPr>
        <p:spPr>
          <a:xfrm>
            <a:off x="9043416" y="3118104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35" name="Text 266">
            <a:extLst>
              <a:ext uri="{FF2B5EF4-FFF2-40B4-BE49-F238E27FC236}">
                <a16:creationId xmlns:a16="http://schemas.microsoft.com/office/drawing/2014/main" id="{1BDB70BF-5D01-165A-6A1B-DA0AD6420CDF}"/>
              </a:ext>
            </a:extLst>
          </p:cNvPr>
          <p:cNvSpPr/>
          <p:nvPr/>
        </p:nvSpPr>
        <p:spPr>
          <a:xfrm>
            <a:off x="9043416" y="3118104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>Acima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59" name="Shape 248">
            <a:extLst>
              <a:ext uri="{FF2B5EF4-FFF2-40B4-BE49-F238E27FC236}">
                <a16:creationId xmlns:a16="http://schemas.microsoft.com/office/drawing/2014/main" id="{679723A6-8679-181B-AAC8-E76D897EDC73}"/>
              </a:ext>
            </a:extLst>
          </p:cNvPr>
          <p:cNvSpPr/>
          <p:nvPr/>
        </p:nvSpPr>
        <p:spPr>
          <a:xfrm>
            <a:off x="64008" y="3387852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A580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0" name="Text 249">
            <a:extLst>
              <a:ext uri="{FF2B5EF4-FFF2-40B4-BE49-F238E27FC236}">
                <a16:creationId xmlns:a16="http://schemas.microsoft.com/office/drawing/2014/main" id="{47F65413-5871-2647-8AA4-CA44E3A09C7E}"/>
              </a:ext>
            </a:extLst>
          </p:cNvPr>
          <p:cNvSpPr/>
          <p:nvPr/>
        </p:nvSpPr>
        <p:spPr>
          <a:xfrm>
            <a:off x="64008" y="3387852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/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1" name="Text 250">
            <a:extLst>
              <a:ext uri="{FF2B5EF4-FFF2-40B4-BE49-F238E27FC236}">
                <a16:creationId xmlns:a16="http://schemas.microsoft.com/office/drawing/2014/main" id="{E0824660-B650-EE43-438B-A623ACD7063C}"/>
              </a:ext>
            </a:extLst>
          </p:cNvPr>
          <p:cNvSpPr/>
          <p:nvPr/>
        </p:nvSpPr>
        <p:spPr>
          <a:xfrm>
            <a:off x="539496" y="3323844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2" name="Text 251">
            <a:extLst>
              <a:ext uri="{FF2B5EF4-FFF2-40B4-BE49-F238E27FC236}">
                <a16:creationId xmlns:a16="http://schemas.microsoft.com/office/drawing/2014/main" id="{7F2D5A4A-0F99-76F5-511D-8E57F0E6AC4E}"/>
              </a:ext>
            </a:extLst>
          </p:cNvPr>
          <p:cNvSpPr/>
          <p:nvPr/>
        </p:nvSpPr>
        <p:spPr>
          <a:xfrm>
            <a:off x="1453896" y="3323844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/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3" name="Shape 252">
            <a:extLst>
              <a:ext uri="{FF2B5EF4-FFF2-40B4-BE49-F238E27FC236}">
                <a16:creationId xmlns:a16="http://schemas.microsoft.com/office/drawing/2014/main" id="{E4FA3B8D-D28C-87C9-B2E4-A832881DB65B}"/>
              </a:ext>
            </a:extLst>
          </p:cNvPr>
          <p:cNvSpPr/>
          <p:nvPr/>
        </p:nvSpPr>
        <p:spPr>
          <a:xfrm>
            <a:off x="2587751" y="3396996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4" name="Text 253">
            <a:extLst>
              <a:ext uri="{FF2B5EF4-FFF2-40B4-BE49-F238E27FC236}">
                <a16:creationId xmlns:a16="http://schemas.microsoft.com/office/drawing/2014/main" id="{30395E2A-CBB9-B201-ABE9-BA013621A4A2}"/>
              </a:ext>
            </a:extLst>
          </p:cNvPr>
          <p:cNvSpPr/>
          <p:nvPr/>
        </p:nvSpPr>
        <p:spPr>
          <a:xfrm>
            <a:off x="2587751" y="3396996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/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5" name="Text 254">
            <a:extLst>
              <a:ext uri="{FF2B5EF4-FFF2-40B4-BE49-F238E27FC236}">
                <a16:creationId xmlns:a16="http://schemas.microsoft.com/office/drawing/2014/main" id="{69751A75-E173-7B2B-9BED-636EBFE12818}"/>
              </a:ext>
            </a:extLst>
          </p:cNvPr>
          <p:cNvSpPr/>
          <p:nvPr/>
        </p:nvSpPr>
        <p:spPr>
          <a:xfrm>
            <a:off x="3300984" y="332384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>
                <a:solidFill>
                  <a:srgbClr val="1E293B"/>
                </a:solidFill>
                <a:latin typeface="Calibri"/>
              </a:rPr>
              <a:t/>
            </a:r>
            <a:r>
              <a:rPr lang="en-US" sz="850" dirty="0">
                <a:solidFill>
                  <a:srgbClr val="1E293B"/>
                </a:solidFill>
                <a:latin typeface="Calibri"/>
              </a:rPr>
              <a:t/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6" name="Text 255">
            <a:extLst>
              <a:ext uri="{FF2B5EF4-FFF2-40B4-BE49-F238E27FC236}">
                <a16:creationId xmlns:a16="http://schemas.microsoft.com/office/drawing/2014/main" id="{D4B76099-FDF1-6781-ECA7-945372BCC586}"/>
              </a:ext>
            </a:extLst>
          </p:cNvPr>
          <p:cNvSpPr/>
          <p:nvPr/>
        </p:nvSpPr>
        <p:spPr>
          <a:xfrm>
            <a:off x="3822191" y="332384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7" name="Text 256">
            <a:extLst>
              <a:ext uri="{FF2B5EF4-FFF2-40B4-BE49-F238E27FC236}">
                <a16:creationId xmlns:a16="http://schemas.microsoft.com/office/drawing/2014/main" id="{40317F62-2489-7053-019B-7D1944950AC3}"/>
              </a:ext>
            </a:extLst>
          </p:cNvPr>
          <p:cNvSpPr/>
          <p:nvPr/>
        </p:nvSpPr>
        <p:spPr>
          <a:xfrm>
            <a:off x="4343400" y="3323844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EA580C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8" name="Shape 257">
            <a:extLst>
              <a:ext uri="{FF2B5EF4-FFF2-40B4-BE49-F238E27FC236}">
                <a16:creationId xmlns:a16="http://schemas.microsoft.com/office/drawing/2014/main" id="{B99B8925-3FA8-2334-B495-818DEDE2FC36}"/>
              </a:ext>
            </a:extLst>
          </p:cNvPr>
          <p:cNvSpPr/>
          <p:nvPr/>
        </p:nvSpPr>
        <p:spPr>
          <a:xfrm>
            <a:off x="4892040" y="3369563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9" name="Text 258">
            <a:extLst>
              <a:ext uri="{FF2B5EF4-FFF2-40B4-BE49-F238E27FC236}">
                <a16:creationId xmlns:a16="http://schemas.microsoft.com/office/drawing/2014/main" id="{2DD9A4F9-1A6B-6111-2102-172DEB8D5B17}"/>
              </a:ext>
            </a:extLst>
          </p:cNvPr>
          <p:cNvSpPr/>
          <p:nvPr/>
        </p:nvSpPr>
        <p:spPr>
          <a:xfrm>
            <a:off x="4892040" y="332384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D4ED8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70" name="Text 259">
            <a:extLst>
              <a:ext uri="{FF2B5EF4-FFF2-40B4-BE49-F238E27FC236}">
                <a16:creationId xmlns:a16="http://schemas.microsoft.com/office/drawing/2014/main" id="{0A386D83-8EC5-C8B3-9F6C-132E1E0F8485}"/>
              </a:ext>
            </a:extLst>
          </p:cNvPr>
          <p:cNvSpPr/>
          <p:nvPr/>
        </p:nvSpPr>
        <p:spPr>
          <a:xfrm>
            <a:off x="5413248" y="3323844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DC2626"/>
                </a:solidFill>
                <a:uFillTx/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71" name="Shape 260">
            <a:extLst>
              <a:ext uri="{FF2B5EF4-FFF2-40B4-BE49-F238E27FC236}">
                <a16:creationId xmlns:a16="http://schemas.microsoft.com/office/drawing/2014/main" id="{A629D118-E583-E9B0-5DD8-BC8E3A4AABD5}"/>
              </a:ext>
            </a:extLst>
          </p:cNvPr>
          <p:cNvSpPr/>
          <p:nvPr/>
        </p:nvSpPr>
        <p:spPr>
          <a:xfrm>
            <a:off x="6044183" y="3433572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72" name="Shape 261">
            <a:extLst>
              <a:ext uri="{FF2B5EF4-FFF2-40B4-BE49-F238E27FC236}">
                <a16:creationId xmlns:a16="http://schemas.microsoft.com/office/drawing/2014/main" id="{78AD2BCD-5A11-2809-B42A-AAD560A6B7A8}"/>
              </a:ext>
            </a:extLst>
          </p:cNvPr>
          <p:cNvSpPr/>
          <p:nvPr/>
        </p:nvSpPr>
        <p:spPr>
          <a:xfrm>
            <a:off x="6044183" y="3433572"/>
            <a:ext cx="894458" cy="82296"/>
          </a:xfrm>
          <a:prstGeom prst="rect">
            <a:avLst/>
          </a:prstGeom>
          <a:solidFill>
            <a:srgbClr val="22C55E"/>
          </a:solidFill>
          <a:ln w="12701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73" name="Text 262">
            <a:extLst>
              <a:ext uri="{FF2B5EF4-FFF2-40B4-BE49-F238E27FC236}">
                <a16:creationId xmlns:a16="http://schemas.microsoft.com/office/drawing/2014/main" id="{8494010E-EFDA-8EAE-FA2A-5B43411552D4}"/>
              </a:ext>
            </a:extLst>
          </p:cNvPr>
          <p:cNvSpPr/>
          <p:nvPr/>
        </p:nvSpPr>
        <p:spPr>
          <a:xfrm>
            <a:off x="6995159" y="3323844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>
                <a:solidFill>
                  <a:srgbClr val="EF4444"/>
                </a:solidFill>
                <a:latin typeface="Calibri"/>
              </a:rPr>
              <a:t/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74" name="Shape 265">
            <a:extLst>
              <a:ext uri="{FF2B5EF4-FFF2-40B4-BE49-F238E27FC236}">
                <a16:creationId xmlns:a16="http://schemas.microsoft.com/office/drawing/2014/main" id="{B40705AE-F2BA-E60B-B063-E86A2750FF41}"/>
              </a:ext>
            </a:extLst>
          </p:cNvPr>
          <p:cNvSpPr/>
          <p:nvPr/>
        </p:nvSpPr>
        <p:spPr>
          <a:xfrm>
            <a:off x="9043416" y="3396996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75" name="Text 266">
            <a:extLst>
              <a:ext uri="{FF2B5EF4-FFF2-40B4-BE49-F238E27FC236}">
                <a16:creationId xmlns:a16="http://schemas.microsoft.com/office/drawing/2014/main" id="{1BDB70BF-5D01-165A-6A1B-DA0AD6420CDF}"/>
              </a:ext>
            </a:extLst>
          </p:cNvPr>
          <p:cNvSpPr/>
          <p:nvPr/>
        </p:nvSpPr>
        <p:spPr>
          <a:xfrm>
            <a:off x="9043416" y="3396996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/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79" name="Shape 248">
            <a:extLst>
              <a:ext uri="{FF2B5EF4-FFF2-40B4-BE49-F238E27FC236}">
                <a16:creationId xmlns:a16="http://schemas.microsoft.com/office/drawing/2014/main" id="{679723A6-8679-181B-AAC8-E76D897EDC73}"/>
              </a:ext>
            </a:extLst>
          </p:cNvPr>
          <p:cNvSpPr/>
          <p:nvPr/>
        </p:nvSpPr>
        <p:spPr>
          <a:xfrm>
            <a:off x="64008" y="3666744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0" name="Text 249">
            <a:extLst>
              <a:ext uri="{FF2B5EF4-FFF2-40B4-BE49-F238E27FC236}">
                <a16:creationId xmlns:a16="http://schemas.microsoft.com/office/drawing/2014/main" id="{47F65413-5871-2647-8AA4-CA44E3A09C7E}"/>
              </a:ext>
            </a:extLst>
          </p:cNvPr>
          <p:cNvSpPr/>
          <p:nvPr/>
        </p:nvSpPr>
        <p:spPr>
          <a:xfrm>
            <a:off x="64008" y="3666744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/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1" name="Text 250">
            <a:extLst>
              <a:ext uri="{FF2B5EF4-FFF2-40B4-BE49-F238E27FC236}">
                <a16:creationId xmlns:a16="http://schemas.microsoft.com/office/drawing/2014/main" id="{E0824660-B650-EE43-438B-A623ACD7063C}"/>
              </a:ext>
            </a:extLst>
          </p:cNvPr>
          <p:cNvSpPr/>
          <p:nvPr/>
        </p:nvSpPr>
        <p:spPr>
          <a:xfrm>
            <a:off x="539496" y="3602736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2" name="Text 251">
            <a:extLst>
              <a:ext uri="{FF2B5EF4-FFF2-40B4-BE49-F238E27FC236}">
                <a16:creationId xmlns:a16="http://schemas.microsoft.com/office/drawing/2014/main" id="{7F2D5A4A-0F99-76F5-511D-8E57F0E6AC4E}"/>
              </a:ext>
            </a:extLst>
          </p:cNvPr>
          <p:cNvSpPr/>
          <p:nvPr/>
        </p:nvSpPr>
        <p:spPr>
          <a:xfrm>
            <a:off x="1453896" y="3602736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/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3" name="Shape 252">
            <a:extLst>
              <a:ext uri="{FF2B5EF4-FFF2-40B4-BE49-F238E27FC236}">
                <a16:creationId xmlns:a16="http://schemas.microsoft.com/office/drawing/2014/main" id="{E4FA3B8D-D28C-87C9-B2E4-A832881DB65B}"/>
              </a:ext>
            </a:extLst>
          </p:cNvPr>
          <p:cNvSpPr/>
          <p:nvPr/>
        </p:nvSpPr>
        <p:spPr>
          <a:xfrm>
            <a:off x="2587751" y="3675888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4" name="Text 253">
            <a:extLst>
              <a:ext uri="{FF2B5EF4-FFF2-40B4-BE49-F238E27FC236}">
                <a16:creationId xmlns:a16="http://schemas.microsoft.com/office/drawing/2014/main" id="{30395E2A-CBB9-B201-ABE9-BA013621A4A2}"/>
              </a:ext>
            </a:extLst>
          </p:cNvPr>
          <p:cNvSpPr/>
          <p:nvPr/>
        </p:nvSpPr>
        <p:spPr>
          <a:xfrm>
            <a:off x="2587751" y="3675888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/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5" name="Text 254">
            <a:extLst>
              <a:ext uri="{FF2B5EF4-FFF2-40B4-BE49-F238E27FC236}">
                <a16:creationId xmlns:a16="http://schemas.microsoft.com/office/drawing/2014/main" id="{69751A75-E173-7B2B-9BED-636EBFE12818}"/>
              </a:ext>
            </a:extLst>
          </p:cNvPr>
          <p:cNvSpPr/>
          <p:nvPr/>
        </p:nvSpPr>
        <p:spPr>
          <a:xfrm>
            <a:off x="3300984" y="3602736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dirty="0">
                <a:solidFill>
                  <a:srgbClr val="1E293B"/>
                </a:solidFill>
                <a:latin typeface="Calibri"/>
              </a:rPr>
              <a:t/>
            </a: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6" name="Text 255">
            <a:extLst>
              <a:ext uri="{FF2B5EF4-FFF2-40B4-BE49-F238E27FC236}">
                <a16:creationId xmlns:a16="http://schemas.microsoft.com/office/drawing/2014/main" id="{D4B76099-FDF1-6781-ECA7-945372BCC586}"/>
              </a:ext>
            </a:extLst>
          </p:cNvPr>
          <p:cNvSpPr/>
          <p:nvPr/>
        </p:nvSpPr>
        <p:spPr>
          <a:xfrm>
            <a:off x="3822191" y="3602736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7" name="Text 256">
            <a:extLst>
              <a:ext uri="{FF2B5EF4-FFF2-40B4-BE49-F238E27FC236}">
                <a16:creationId xmlns:a16="http://schemas.microsoft.com/office/drawing/2014/main" id="{40317F62-2489-7053-019B-7D1944950AC3}"/>
              </a:ext>
            </a:extLst>
          </p:cNvPr>
          <p:cNvSpPr/>
          <p:nvPr/>
        </p:nvSpPr>
        <p:spPr>
          <a:xfrm>
            <a:off x="4343400" y="3602736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EA580C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8" name="Shape 257">
            <a:extLst>
              <a:ext uri="{FF2B5EF4-FFF2-40B4-BE49-F238E27FC236}">
                <a16:creationId xmlns:a16="http://schemas.microsoft.com/office/drawing/2014/main" id="{B99B8925-3FA8-2334-B495-818DEDE2FC36}"/>
              </a:ext>
            </a:extLst>
          </p:cNvPr>
          <p:cNvSpPr/>
          <p:nvPr/>
        </p:nvSpPr>
        <p:spPr>
          <a:xfrm>
            <a:off x="4892040" y="3648455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9" name="Text 258">
            <a:extLst>
              <a:ext uri="{FF2B5EF4-FFF2-40B4-BE49-F238E27FC236}">
                <a16:creationId xmlns:a16="http://schemas.microsoft.com/office/drawing/2014/main" id="{2DD9A4F9-1A6B-6111-2102-172DEB8D5B17}"/>
              </a:ext>
            </a:extLst>
          </p:cNvPr>
          <p:cNvSpPr/>
          <p:nvPr/>
        </p:nvSpPr>
        <p:spPr>
          <a:xfrm>
            <a:off x="4892040" y="3602736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D4ED8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90" name="Text 259">
            <a:extLst>
              <a:ext uri="{FF2B5EF4-FFF2-40B4-BE49-F238E27FC236}">
                <a16:creationId xmlns:a16="http://schemas.microsoft.com/office/drawing/2014/main" id="{0A386D83-8EC5-C8B3-9F6C-132E1E0F8485}"/>
              </a:ext>
            </a:extLst>
          </p:cNvPr>
          <p:cNvSpPr/>
          <p:nvPr/>
        </p:nvSpPr>
        <p:spPr>
          <a:xfrm>
            <a:off x="5413248" y="3602736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 dirty="0">
                <a:solidFill>
                  <a:srgbClr val="DC2626"/>
                </a:solidFill>
                <a:uFillTx/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91" name="Shape 260">
            <a:extLst>
              <a:ext uri="{FF2B5EF4-FFF2-40B4-BE49-F238E27FC236}">
                <a16:creationId xmlns:a16="http://schemas.microsoft.com/office/drawing/2014/main" id="{A629D118-E583-E9B0-5DD8-BC8E3A4AABD5}"/>
              </a:ext>
            </a:extLst>
          </p:cNvPr>
          <p:cNvSpPr/>
          <p:nvPr/>
        </p:nvSpPr>
        <p:spPr>
          <a:xfrm>
            <a:off x="6044183" y="3712464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92" name="Shape 261">
            <a:extLst>
              <a:ext uri="{FF2B5EF4-FFF2-40B4-BE49-F238E27FC236}">
                <a16:creationId xmlns:a16="http://schemas.microsoft.com/office/drawing/2014/main" id="{78AD2BCD-5A11-2809-B42A-AAD560A6B7A8}"/>
              </a:ext>
            </a:extLst>
          </p:cNvPr>
          <p:cNvSpPr/>
          <p:nvPr/>
        </p:nvSpPr>
        <p:spPr>
          <a:xfrm>
            <a:off x="6044183" y="3712464"/>
            <a:ext cx="914400" cy="82296"/>
          </a:xfrm>
          <a:prstGeom prst="rect">
            <a:avLst/>
          </a:prstGeom>
          <a:solidFill>
            <a:srgbClr val="F59E0B"/>
          </a:solidFill>
          <a:ln w="12701" cap="flat">
            <a:solidFill>
              <a:srgbClr val="F59E0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93" name="Text 262">
            <a:extLst>
              <a:ext uri="{FF2B5EF4-FFF2-40B4-BE49-F238E27FC236}">
                <a16:creationId xmlns:a16="http://schemas.microsoft.com/office/drawing/2014/main" id="{8494010E-EFDA-8EAE-FA2A-5B43411552D4}"/>
              </a:ext>
            </a:extLst>
          </p:cNvPr>
          <p:cNvSpPr/>
          <p:nvPr/>
        </p:nvSpPr>
        <p:spPr>
          <a:xfrm>
            <a:off x="6995159" y="3602736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EF4444"/>
                </a:solidFill>
                <a:uFillTx/>
                <a:latin typeface="Calibri"/>
              </a:rPr>
              <a:t/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94" name="Shape 265">
            <a:extLst>
              <a:ext uri="{FF2B5EF4-FFF2-40B4-BE49-F238E27FC236}">
                <a16:creationId xmlns:a16="http://schemas.microsoft.com/office/drawing/2014/main" id="{B40705AE-F2BA-E60B-B063-E86A2750FF41}"/>
              </a:ext>
            </a:extLst>
          </p:cNvPr>
          <p:cNvSpPr/>
          <p:nvPr/>
        </p:nvSpPr>
        <p:spPr>
          <a:xfrm>
            <a:off x="9043416" y="3675888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BEB"/>
          </a:solidFill>
          <a:ln w="6345" cap="flat">
            <a:solidFill>
              <a:srgbClr val="F59E0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95" name="Text 266">
            <a:extLst>
              <a:ext uri="{FF2B5EF4-FFF2-40B4-BE49-F238E27FC236}">
                <a16:creationId xmlns:a16="http://schemas.microsoft.com/office/drawing/2014/main" id="{1BDB70BF-5D01-165A-6A1B-DA0AD6420CDF}"/>
              </a:ext>
            </a:extLst>
          </p:cNvPr>
          <p:cNvSpPr/>
          <p:nvPr/>
        </p:nvSpPr>
        <p:spPr>
          <a:xfrm>
            <a:off x="9043416" y="3675888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2400E"/>
                </a:solidFill>
                <a:uFillTx/>
                <a:latin typeface="Calibri"/>
              </a:rPr>
              <a:t/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6" name="Shape 267">
            <a:extLst>
              <a:ext uri="{FF2B5EF4-FFF2-40B4-BE49-F238E27FC236}">
                <a16:creationId xmlns:a16="http://schemas.microsoft.com/office/drawing/2014/main" id="{B877A90E-4979-44D0-A12F-13A60C2DBC0C}"/>
              </a:ext>
            </a:extLst>
          </p:cNvPr>
          <p:cNvSpPr/>
          <p:nvPr/>
        </p:nvSpPr>
        <p:spPr>
          <a:xfrm>
            <a:off x="0" y="4997196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7" name="Shape 287">
            <a:extLst>
              <a:ext uri="{FF2B5EF4-FFF2-40B4-BE49-F238E27FC236}">
                <a16:creationId xmlns:a16="http://schemas.microsoft.com/office/drawing/2014/main" id="{80DD4676-3AC8-99E6-DEAF-78DFFB5159B2}"/>
              </a:ext>
            </a:extLst>
          </p:cNvPr>
          <p:cNvSpPr/>
          <p:nvPr/>
        </p:nvSpPr>
        <p:spPr>
          <a:xfrm>
            <a:off x="0" y="5276088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8" name="Text 21">
            <a:extLst>
              <a:ext uri="{FF2B5EF4-FFF2-40B4-BE49-F238E27FC236}">
                <a16:creationId xmlns:a16="http://schemas.microsoft.com/office/drawing/2014/main" id="{AD2083F8-A928-976C-4D56-5A2407093EA3}"/>
              </a:ext>
            </a:extLst>
          </p:cNvPr>
          <p:cNvSpPr/>
          <p:nvPr/>
        </p:nvSpPr>
        <p:spPr>
          <a:xfrm>
            <a:off x="6080759" y="786384"/>
            <a:ext cx="1953771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Hora Extra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9" name="Shape 10">
            <a:extLst>
              <a:ext uri="{FF2B5EF4-FFF2-40B4-BE49-F238E27FC236}">
                <a16:creationId xmlns:a16="http://schemas.microsoft.com/office/drawing/2014/main" id="{5B1C4C60-5B62-188C-CF67-BBCFAE42FAD8}"/>
              </a:ext>
            </a:extLst>
          </p:cNvPr>
          <p:cNvSpPr/>
          <p:nvPr/>
        </p:nvSpPr>
        <p:spPr>
          <a:xfrm>
            <a:off x="4066035" y="704088"/>
            <a:ext cx="2026923" cy="749808"/>
          </a:xfrm>
          <a:prstGeom prst="rect">
            <a:avLst/>
          </a:prstGeom>
          <a:solidFill>
            <a:srgbClr val="F3E8FF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0" name="Text 11">
            <a:extLst>
              <a:ext uri="{FF2B5EF4-FFF2-40B4-BE49-F238E27FC236}">
                <a16:creationId xmlns:a16="http://schemas.microsoft.com/office/drawing/2014/main" id="{DF535518-0A2D-D9AD-03DF-EB57201529AE}"/>
              </a:ext>
            </a:extLst>
          </p:cNvPr>
          <p:cNvSpPr/>
          <p:nvPr/>
        </p:nvSpPr>
        <p:spPr>
          <a:xfrm>
            <a:off x="4102611" y="694944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H. Realizada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1" name="Text 12">
            <a:extLst>
              <a:ext uri="{FF2B5EF4-FFF2-40B4-BE49-F238E27FC236}">
                <a16:creationId xmlns:a16="http://schemas.microsoft.com/office/drawing/2014/main" id="{66CCCC7A-5541-0346-01A4-522466C0D2DC}"/>
              </a:ext>
            </a:extLst>
          </p:cNvPr>
          <p:cNvSpPr/>
          <p:nvPr/>
        </p:nvSpPr>
        <p:spPr>
          <a:xfrm>
            <a:off x="4096411" y="841248"/>
            <a:ext cx="1953771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7C3AED"/>
                </a:solidFill>
                <a:latin typeface="Calibri"/>
              </a:rPr>
              <a:t>161</a:t>
            </a:r>
            <a:r>
              <a:rPr lang="en-US" sz="1800" b="1" i="0" u="none" strike="noStrike" kern="1200" cap="none" spc="0" baseline="0" dirty="0">
                <a:solidFill>
                  <a:srgbClr val="7C3AED"/>
                </a:solidFill>
                <a:uFillTx/>
                <a:latin typeface="Calibri"/>
              </a:rPr>
              <a:t>h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2" name="Text 13">
            <a:extLst>
              <a:ext uri="{FF2B5EF4-FFF2-40B4-BE49-F238E27FC236}">
                <a16:creationId xmlns:a16="http://schemas.microsoft.com/office/drawing/2014/main" id="{E8F40C79-E248-57B9-971C-B641E9C7DB2C}"/>
              </a:ext>
            </a:extLst>
          </p:cNvPr>
          <p:cNvSpPr/>
          <p:nvPr/>
        </p:nvSpPr>
        <p:spPr>
          <a:xfrm>
            <a:off x="4084323" y="1097280"/>
            <a:ext cx="1953771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3 ×cap.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3" name="Text 23">
            <a:extLst>
              <a:ext uri="{FF2B5EF4-FFF2-40B4-BE49-F238E27FC236}">
                <a16:creationId xmlns:a16="http://schemas.microsoft.com/office/drawing/2014/main" id="{E17AFEFB-FF62-9616-80EF-ED100C306E86}"/>
              </a:ext>
            </a:extLst>
          </p:cNvPr>
          <p:cNvSpPr/>
          <p:nvPr/>
        </p:nvSpPr>
        <p:spPr>
          <a:xfrm>
            <a:off x="4838703" y="1065276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H. Retrabalho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4" name="Text 24">
            <a:extLst>
              <a:ext uri="{FF2B5EF4-FFF2-40B4-BE49-F238E27FC236}">
                <a16:creationId xmlns:a16="http://schemas.microsoft.com/office/drawing/2014/main" id="{941EB814-28D3-7F80-68D1-CCCE8FD5CF61}"/>
              </a:ext>
            </a:extLst>
          </p:cNvPr>
          <p:cNvSpPr/>
          <p:nvPr/>
        </p:nvSpPr>
        <p:spPr>
          <a:xfrm>
            <a:off x="5171169" y="1199482"/>
            <a:ext cx="1603007" cy="23184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9F1239"/>
                </a:solidFill>
                <a:uFillTx/>
                <a:latin typeface="Calibri"/>
              </a:rPr>
              <a:t>24h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5" name="Text 23">
            <a:extLst>
              <a:ext uri="{FF2B5EF4-FFF2-40B4-BE49-F238E27FC236}">
                <a16:creationId xmlns:a16="http://schemas.microsoft.com/office/drawing/2014/main" id="{A331B877-2965-B836-4C09-D9645CA30F43}"/>
              </a:ext>
            </a:extLst>
          </p:cNvPr>
          <p:cNvSpPr/>
          <p:nvPr/>
        </p:nvSpPr>
        <p:spPr>
          <a:xfrm>
            <a:off x="7828251" y="767830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Total de Horas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6" name="Text 24">
            <a:extLst>
              <a:ext uri="{FF2B5EF4-FFF2-40B4-BE49-F238E27FC236}">
                <a16:creationId xmlns:a16="http://schemas.microsoft.com/office/drawing/2014/main" id="{524794ED-98E5-D23C-9E05-E7DBB0422135}"/>
              </a:ext>
            </a:extLst>
          </p:cNvPr>
          <p:cNvSpPr/>
          <p:nvPr/>
        </p:nvSpPr>
        <p:spPr>
          <a:xfrm>
            <a:off x="7762926" y="1036435"/>
            <a:ext cx="1953771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DC2626"/>
                </a:solidFill>
                <a:uFillTx/>
                <a:latin typeface="Calibri"/>
              </a:rPr>
              <a:t>167,5h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7" name="Text 25">
            <a:extLst>
              <a:ext uri="{FF2B5EF4-FFF2-40B4-BE49-F238E27FC236}">
                <a16:creationId xmlns:a16="http://schemas.microsoft.com/office/drawing/2014/main" id="{6A9D9A38-8E2A-4383-AD07-993F8F5556E1}"/>
              </a:ext>
            </a:extLst>
          </p:cNvPr>
          <p:cNvSpPr/>
          <p:nvPr/>
        </p:nvSpPr>
        <p:spPr>
          <a:xfrm>
            <a:off x="9879845" y="837910"/>
            <a:ext cx="2245400" cy="15571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64748B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64748B"/>
              </a:solidFill>
              <a:uFillTx/>
              <a:latin typeface="Calibri"/>
            </a:endParaRPr>
          </a:p>
        </p:txBody>
      </p:sp>
      <p:sp>
        <p:nvSpPr>
          <p:cNvPr id="148" name="Shape 22">
            <a:extLst>
              <a:ext uri="{FF2B5EF4-FFF2-40B4-BE49-F238E27FC236}">
                <a16:creationId xmlns:a16="http://schemas.microsoft.com/office/drawing/2014/main" id="{369C9681-0474-8CA2-11DE-ED1F1B462C11}"/>
              </a:ext>
            </a:extLst>
          </p:cNvPr>
          <p:cNvSpPr/>
          <p:nvPr/>
        </p:nvSpPr>
        <p:spPr>
          <a:xfrm>
            <a:off x="9547991" y="703329"/>
            <a:ext cx="2607429" cy="768626"/>
          </a:xfrm>
          <a:prstGeom prst="rect">
            <a:avLst/>
          </a:prstGeom>
          <a:solidFill>
            <a:srgbClr val="FFFEFE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9" name="Text 23">
            <a:extLst>
              <a:ext uri="{FF2B5EF4-FFF2-40B4-BE49-F238E27FC236}">
                <a16:creationId xmlns:a16="http://schemas.microsoft.com/office/drawing/2014/main" id="{E2F7995D-62D7-EE4B-1535-201D45ABC4F8}"/>
              </a:ext>
            </a:extLst>
          </p:cNvPr>
          <p:cNvSpPr/>
          <p:nvPr/>
        </p:nvSpPr>
        <p:spPr>
          <a:xfrm>
            <a:off x="9799323" y="740664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Ineficiência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0" name="Text 24">
            <a:extLst>
              <a:ext uri="{FF2B5EF4-FFF2-40B4-BE49-F238E27FC236}">
                <a16:creationId xmlns:a16="http://schemas.microsoft.com/office/drawing/2014/main" id="{EED42561-2396-E052-6F9D-210144B89C9D}"/>
              </a:ext>
            </a:extLst>
          </p:cNvPr>
          <p:cNvSpPr/>
          <p:nvPr/>
        </p:nvSpPr>
        <p:spPr>
          <a:xfrm>
            <a:off x="9736403" y="1021842"/>
            <a:ext cx="2145264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1" i="0" u="none" strike="noStrike" kern="1200" cap="none" spc="0" baseline="0">
              <a:solidFill>
                <a:srgbClr val="385723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385723"/>
                </a:solidFill>
                <a:uFillTx/>
                <a:latin typeface="Calibri"/>
                <a:ea typeface="Calibri"/>
                <a:cs typeface="Calibri"/>
              </a:rPr>
              <a:t>+5,2% - Base  (</a:t>
            </a:r>
            <a:r>
              <a:rPr lang="en-US" sz="1000" b="1" i="0" u="none" strike="noStrike" kern="1200" cap="none" spc="0" baseline="0">
                <a:solidFill>
                  <a:srgbClr val="385723"/>
                </a:solidFill>
                <a:uFillTx/>
                <a:latin typeface="Calibri"/>
                <a:ea typeface="Calibri"/>
                <a:cs typeface="Calibri"/>
              </a:rPr>
              <a:t>161-153/153</a:t>
            </a:r>
            <a:r>
              <a:rPr lang="en-US" sz="1100" b="1" i="0" u="none" strike="noStrike" kern="1200" cap="none" spc="0" baseline="0">
                <a:solidFill>
                  <a:srgbClr val="385723"/>
                </a:solidFill>
                <a:uFillTx/>
                <a:latin typeface="Calibri"/>
                <a:ea typeface="Calibri"/>
                <a:cs typeface="Calibri"/>
              </a:rPr>
              <a:t>)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385723"/>
                </a:solidFill>
                <a:uFillTx/>
                <a:latin typeface="Calibri"/>
              </a:rPr>
              <a:t>+48,6% -  Base Reforço (</a:t>
            </a:r>
            <a:r>
              <a:rPr lang="en-US" sz="900" b="1" i="0" u="none" strike="noStrike" kern="1200" cap="none" spc="0" baseline="0">
                <a:solidFill>
                  <a:srgbClr val="385723"/>
                </a:solidFill>
                <a:uFillTx/>
                <a:latin typeface="Calibri"/>
              </a:rPr>
              <a:t>31,5-21,2/21,2)</a:t>
            </a:r>
            <a:endParaRPr lang="en-US" sz="900" b="1" i="0" u="none" strike="noStrike" kern="1200" cap="none" spc="0" baseline="0">
              <a:solidFill>
                <a:srgbClr val="385723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3" name="Text 11">
            <a:extLst>
              <a:ext uri="{FF2B5EF4-FFF2-40B4-BE49-F238E27FC236}">
                <a16:creationId xmlns:a16="http://schemas.microsoft.com/office/drawing/2014/main" id="{547F6E70-7273-3251-0DE6-9B11D203A7E2}"/>
              </a:ext>
            </a:extLst>
          </p:cNvPr>
          <p:cNvSpPr/>
          <p:nvPr/>
        </p:nvSpPr>
        <p:spPr>
          <a:xfrm>
            <a:off x="1467365" y="830961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H. Planejadas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4" name="Text 12">
            <a:extLst>
              <a:ext uri="{FF2B5EF4-FFF2-40B4-BE49-F238E27FC236}">
                <a16:creationId xmlns:a16="http://schemas.microsoft.com/office/drawing/2014/main" id="{BB922AAE-6162-9866-3A22-8B5C095A26A6}"/>
              </a:ext>
            </a:extLst>
          </p:cNvPr>
          <p:cNvSpPr/>
          <p:nvPr/>
        </p:nvSpPr>
        <p:spPr>
          <a:xfrm>
            <a:off x="2764587" y="820994"/>
            <a:ext cx="748216" cy="2332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7C3AED"/>
                </a:solidFill>
                <a:uFillTx/>
                <a:latin typeface="Calibri"/>
              </a:rPr>
              <a:t>174,2h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5" name="Text 13">
            <a:extLst>
              <a:ext uri="{FF2B5EF4-FFF2-40B4-BE49-F238E27FC236}">
                <a16:creationId xmlns:a16="http://schemas.microsoft.com/office/drawing/2014/main" id="{035394E0-6A5E-44C9-08B2-FE311BE328C5}"/>
              </a:ext>
            </a:extLst>
          </p:cNvPr>
          <p:cNvSpPr/>
          <p:nvPr/>
        </p:nvSpPr>
        <p:spPr>
          <a:xfrm>
            <a:off x="3529904" y="833356"/>
            <a:ext cx="498009" cy="1917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3×cap.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6" name="Text 7">
            <a:extLst>
              <a:ext uri="{FF2B5EF4-FFF2-40B4-BE49-F238E27FC236}">
                <a16:creationId xmlns:a16="http://schemas.microsoft.com/office/drawing/2014/main" id="{F35A50ED-4734-A70E-B01C-74E6B8940A08}"/>
              </a:ext>
            </a:extLst>
          </p:cNvPr>
          <p:cNvSpPr/>
          <p:nvPr/>
        </p:nvSpPr>
        <p:spPr>
          <a:xfrm>
            <a:off x="-596325" y="1017654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Time c/ Reforço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7" name="Text 8">
            <a:extLst>
              <a:ext uri="{FF2B5EF4-FFF2-40B4-BE49-F238E27FC236}">
                <a16:creationId xmlns:a16="http://schemas.microsoft.com/office/drawing/2014/main" id="{1812B39F-ECF3-BFDA-D77B-75FD52462769}"/>
              </a:ext>
            </a:extLst>
          </p:cNvPr>
          <p:cNvSpPr/>
          <p:nvPr/>
        </p:nvSpPr>
        <p:spPr>
          <a:xfrm>
            <a:off x="150821" y="974220"/>
            <a:ext cx="1953771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0F1B4C"/>
                </a:solidFill>
                <a:uFillTx/>
                <a:latin typeface="Calibri"/>
                <a:ea typeface="Calibri"/>
                <a:cs typeface="Calibri"/>
              </a:rPr>
              <a:t>5 pessoas</a:t>
            </a:r>
          </a:p>
        </p:txBody>
      </p:sp>
      <p:sp>
        <p:nvSpPr>
          <p:cNvPr id="177" name="Shape 318">
            <a:extLst>
              <a:ext uri="{FF2B5EF4-FFF2-40B4-BE49-F238E27FC236}">
                <a16:creationId xmlns:a16="http://schemas.microsoft.com/office/drawing/2014/main" id="{DACAC3F3-C49A-FB9E-C501-401ABF102629}"/>
              </a:ext>
            </a:extLst>
          </p:cNvPr>
          <p:cNvSpPr/>
          <p:nvPr/>
        </p:nvSpPr>
        <p:spPr>
          <a:xfrm>
            <a:off x="0" y="5829300"/>
            <a:ext cx="2423160" cy="1028700"/>
          </a:xfrm>
          <a:prstGeom prst="rect">
            <a:avLst/>
          </a:prstGeom>
          <a:solidFill>
            <a:srgbClr val="EEF2FF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9" name="Text 320">
            <a:extLst>
              <a:ext uri="{FF2B5EF4-FFF2-40B4-BE49-F238E27FC236}">
                <a16:creationId xmlns:a16="http://schemas.microsoft.com/office/drawing/2014/main" id="{D794E6CA-A7A9-AC59-6E1C-79AD2916A14F}"/>
              </a:ext>
            </a:extLst>
          </p:cNvPr>
          <p:cNvSpPr/>
          <p:nvPr/>
        </p:nvSpPr>
        <p:spPr>
          <a:xfrm>
            <a:off x="91440" y="5856732"/>
            <a:ext cx="2295144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Custo Planejados s/ reforço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1" name="Text 321">
            <a:extLst>
              <a:ext uri="{FF2B5EF4-FFF2-40B4-BE49-F238E27FC236}">
                <a16:creationId xmlns:a16="http://schemas.microsoft.com/office/drawing/2014/main" id="{906C7977-6B5E-E5CB-3533-09361083A60E}"/>
              </a:ext>
            </a:extLst>
          </p:cNvPr>
          <p:cNvSpPr/>
          <p:nvPr/>
        </p:nvSpPr>
        <p:spPr>
          <a:xfrm>
            <a:off x="91440" y="5993892"/>
            <a:ext cx="2295144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0F1B4C"/>
                </a:solidFill>
                <a:uFillTx/>
                <a:latin typeface="Calibri"/>
              </a:rPr>
              <a:t>R$ 24.480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3" name="Text 322">
            <a:extLst>
              <a:ext uri="{FF2B5EF4-FFF2-40B4-BE49-F238E27FC236}">
                <a16:creationId xmlns:a16="http://schemas.microsoft.com/office/drawing/2014/main" id="{8E352C60-70C5-48CD-698B-57E3AC480E40}"/>
              </a:ext>
            </a:extLst>
          </p:cNvPr>
          <p:cNvSpPr/>
          <p:nvPr/>
        </p:nvSpPr>
        <p:spPr>
          <a:xfrm>
            <a:off x="956837" y="6082131"/>
            <a:ext cx="1403988" cy="102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dirty="0">
                <a:solidFill>
                  <a:srgbClr val="64748B"/>
                </a:solidFill>
                <a:latin typeface="Calibri"/>
              </a:rPr>
              <a:t>153</a:t>
            </a:r>
            <a:r>
              <a:rPr lang="en-US" sz="700" b="0" i="0" u="none" strike="noStrike" kern="1200" cap="none" spc="0" baseline="0" dirty="0">
                <a:solidFill>
                  <a:srgbClr val="64748B"/>
                </a:solidFill>
                <a:uFillTx/>
                <a:latin typeface="Calibri"/>
              </a:rPr>
              <a:t>h × R$160</a:t>
            </a:r>
            <a:endParaRPr lang="en-US" sz="7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5" name="Text 322">
            <a:extLst>
              <a:ext uri="{FF2B5EF4-FFF2-40B4-BE49-F238E27FC236}">
                <a16:creationId xmlns:a16="http://schemas.microsoft.com/office/drawing/2014/main" id="{05E691A4-9916-5A65-A7EC-E89E85AC4B4C}"/>
              </a:ext>
            </a:extLst>
          </p:cNvPr>
          <p:cNvSpPr/>
          <p:nvPr/>
        </p:nvSpPr>
        <p:spPr>
          <a:xfrm>
            <a:off x="912442" y="6620740"/>
            <a:ext cx="2295144" cy="1280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dirty="0">
                <a:solidFill>
                  <a:srgbClr val="64748B"/>
                </a:solidFill>
                <a:latin typeface="Calibri"/>
              </a:rPr>
              <a:t>174,2h × R$160</a:t>
            </a:r>
            <a:endParaRPr lang="en-US" sz="7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7" name="Text 321">
            <a:extLst>
              <a:ext uri="{FF2B5EF4-FFF2-40B4-BE49-F238E27FC236}">
                <a16:creationId xmlns:a16="http://schemas.microsoft.com/office/drawing/2014/main" id="{4E64EB2A-E4BC-88A0-DB06-E5FE7C0FC4F1}"/>
              </a:ext>
            </a:extLst>
          </p:cNvPr>
          <p:cNvSpPr/>
          <p:nvPr/>
        </p:nvSpPr>
        <p:spPr>
          <a:xfrm>
            <a:off x="101671" y="6572734"/>
            <a:ext cx="2295144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0F1B4C"/>
                </a:solidFill>
                <a:uFillTx/>
                <a:latin typeface="Calibri"/>
              </a:rPr>
              <a:t>R$ 27.872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9" name="Text 320">
            <a:extLst>
              <a:ext uri="{FF2B5EF4-FFF2-40B4-BE49-F238E27FC236}">
                <a16:creationId xmlns:a16="http://schemas.microsoft.com/office/drawing/2014/main" id="{D564D419-CD26-66CB-CBFF-3D0CAF39B651}"/>
              </a:ext>
            </a:extLst>
          </p:cNvPr>
          <p:cNvSpPr/>
          <p:nvPr/>
        </p:nvSpPr>
        <p:spPr>
          <a:xfrm>
            <a:off x="115387" y="6419571"/>
            <a:ext cx="2295144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 dirty="0" err="1">
                <a:solidFill>
                  <a:srgbClr val="64748B"/>
                </a:solidFill>
                <a:uFillTx/>
                <a:latin typeface="Calibri"/>
              </a:rPr>
              <a:t>Custo</a:t>
            </a:r>
            <a:r>
              <a:rPr lang="en-US" sz="750" b="0" i="0" u="none" strike="noStrike" kern="1200" cap="none" spc="0" baseline="0" dirty="0">
                <a:solidFill>
                  <a:srgbClr val="64748B"/>
                </a:solidFill>
                <a:uFillTx/>
                <a:latin typeface="Calibri"/>
              </a:rPr>
              <a:t xml:space="preserve"> </a:t>
            </a:r>
            <a:r>
              <a:rPr lang="en-US" sz="750" dirty="0" err="1">
                <a:solidFill>
                  <a:srgbClr val="64748B"/>
                </a:solidFill>
                <a:latin typeface="Calibri"/>
              </a:rPr>
              <a:t>Planejado</a:t>
            </a:r>
            <a:r>
              <a:rPr lang="en-US" sz="750" dirty="0">
                <a:solidFill>
                  <a:srgbClr val="64748B"/>
                </a:solidFill>
                <a:latin typeface="Calibri"/>
              </a:rPr>
              <a:t xml:space="preserve"> c/ </a:t>
            </a:r>
            <a:r>
              <a:rPr lang="en-US" sz="750" dirty="0" err="1">
                <a:solidFill>
                  <a:srgbClr val="64748B"/>
                </a:solidFill>
                <a:latin typeface="Calibri"/>
              </a:rPr>
              <a:t>reforço</a:t>
            </a:r>
            <a:endParaRPr lang="en-US" sz="7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0790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0395C3-2737-DD98-DE14-15CF8351A89B}"/>
              </a:ext>
            </a:extLst>
          </p:cNvPr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B4C"/>
          </a:solidFill>
          <a:ln w="12701" cap="flat">
            <a:solidFill>
              <a:srgbClr val="0F1B4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AA16DC-D527-2F9F-5CDB-F1C9B4AA610F}"/>
              </a:ext>
            </a:extLst>
          </p:cNvPr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Produtividade por Pessoa — Sprint #24 - Bugs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00CBC5-3541-0074-D372-260811711254}"/>
              </a:ext>
            </a:extLst>
          </p:cNvPr>
          <p:cNvSpPr/>
          <p:nvPr/>
        </p:nvSpPr>
        <p:spPr>
          <a:xfrm>
            <a:off x="274320" y="457200"/>
            <a:ext cx="86868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1" u="none" strike="noStrike" kern="1200" cap="none" spc="0" baseline="0">
                <a:solidFill>
                  <a:srgbClr val="93C5FD"/>
                </a:solidFill>
                <a:uFillTx/>
                <a:latin typeface="Calibri"/>
              </a:rPr>
              <a:t>Horas realizadas · extras · retrabalho · utilização · valores de referência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EDADBD0-0E61-78A1-7200-31E6A4E8CCA8}"/>
              </a:ext>
            </a:extLst>
          </p:cNvPr>
          <p:cNvSpPr/>
          <p:nvPr/>
        </p:nvSpPr>
        <p:spPr>
          <a:xfrm>
            <a:off x="10378440" y="91440"/>
            <a:ext cx="777240" cy="475488"/>
          </a:xfrm>
          <a:custGeom>
            <a:avLst>
              <a:gd name="f0" fmla="val 290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A73E8"/>
          </a:solidFill>
          <a:ln w="12701" cap="flat">
            <a:solidFill>
              <a:srgbClr val="1A73E8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3DA684-905C-9AA4-43BC-490FA24008E3}"/>
              </a:ext>
            </a:extLst>
          </p:cNvPr>
          <p:cNvSpPr/>
          <p:nvPr/>
        </p:nvSpPr>
        <p:spPr>
          <a:xfrm>
            <a:off x="10378440" y="91440"/>
            <a:ext cx="777240" cy="4754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Sprint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#24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0FD1D2-9676-0267-D8CF-8F34C9E93608}"/>
              </a:ext>
            </a:extLst>
          </p:cNvPr>
          <p:cNvSpPr/>
          <p:nvPr/>
        </p:nvSpPr>
        <p:spPr>
          <a:xfrm>
            <a:off x="11228832" y="91440"/>
            <a:ext cx="896112" cy="4754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4EA1"/>
                </a:solidFill>
                <a:uFillTx/>
                <a:latin typeface="Calibri"/>
              </a:rPr>
              <a:t>FAMILHÃO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E119324-D31E-9149-3EF0-937DEF1790F5}"/>
              </a:ext>
            </a:extLst>
          </p:cNvPr>
          <p:cNvSpPr/>
          <p:nvPr/>
        </p:nvSpPr>
        <p:spPr>
          <a:xfrm>
            <a:off x="0" y="685800"/>
            <a:ext cx="2026923" cy="749808"/>
          </a:xfrm>
          <a:prstGeom prst="rect">
            <a:avLst/>
          </a:prstGeom>
          <a:solidFill>
            <a:srgbClr val="EEF2FF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C5930E0-A0C9-B79C-6C35-6C2F10933B5C}"/>
              </a:ext>
            </a:extLst>
          </p:cNvPr>
          <p:cNvSpPr/>
          <p:nvPr/>
        </p:nvSpPr>
        <p:spPr>
          <a:xfrm>
            <a:off x="-664841" y="770382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Time Original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ECAA11-CDCF-01BA-F4DA-D20BE59EF1EF}"/>
              </a:ext>
            </a:extLst>
          </p:cNvPr>
          <p:cNvSpPr/>
          <p:nvPr/>
        </p:nvSpPr>
        <p:spPr>
          <a:xfrm>
            <a:off x="142244" y="717804"/>
            <a:ext cx="1953771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0F1B4C"/>
                </a:solidFill>
                <a:uFillTx/>
                <a:latin typeface="Calibri"/>
              </a:rPr>
              <a:t>4 pessoas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DE829615-F294-0B41-5357-E70888A30FF0}"/>
              </a:ext>
            </a:extLst>
          </p:cNvPr>
          <p:cNvSpPr/>
          <p:nvPr/>
        </p:nvSpPr>
        <p:spPr>
          <a:xfrm>
            <a:off x="2026923" y="685800"/>
            <a:ext cx="2026923" cy="749808"/>
          </a:xfrm>
          <a:prstGeom prst="rect">
            <a:avLst/>
          </a:prstGeom>
          <a:solidFill>
            <a:srgbClr val="F3E8FF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8">
            <a:extLst>
              <a:ext uri="{FF2B5EF4-FFF2-40B4-BE49-F238E27FC236}">
                <a16:creationId xmlns:a16="http://schemas.microsoft.com/office/drawing/2014/main" id="{E6F93F8A-99CF-E2B4-581A-07C8D00D2C66}"/>
              </a:ext>
            </a:extLst>
          </p:cNvPr>
          <p:cNvSpPr/>
          <p:nvPr/>
        </p:nvSpPr>
        <p:spPr>
          <a:xfrm>
            <a:off x="6056372" y="713232"/>
            <a:ext cx="2026923" cy="749808"/>
          </a:xfrm>
          <a:prstGeom prst="rect">
            <a:avLst/>
          </a:prstGeom>
          <a:solidFill>
            <a:srgbClr val="FFF7ED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47D47F0A-6605-3634-A2A8-A9D562949EF3}"/>
              </a:ext>
            </a:extLst>
          </p:cNvPr>
          <p:cNvSpPr/>
          <p:nvPr/>
        </p:nvSpPr>
        <p:spPr>
          <a:xfrm>
            <a:off x="6092948" y="886968"/>
            <a:ext cx="1953771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dirty="0">
                <a:solidFill>
                  <a:srgbClr val="EA580C"/>
                </a:solidFill>
                <a:latin typeface="Calibri"/>
              </a:rPr>
              <a:t>0</a:t>
            </a:r>
            <a:r>
              <a:rPr lang="en-US" sz="1300" b="1" i="0" u="none" strike="noStrike" kern="1200" cap="none" spc="0" baseline="0" dirty="0">
                <a:solidFill>
                  <a:srgbClr val="EA580C"/>
                </a:solidFill>
                <a:uFillTx/>
                <a:latin typeface="Calibri"/>
              </a:rPr>
              <a:t>h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8E39A7FC-BF66-E334-B684-3EF43850B572}"/>
              </a:ext>
            </a:extLst>
          </p:cNvPr>
          <p:cNvSpPr/>
          <p:nvPr/>
        </p:nvSpPr>
        <p:spPr>
          <a:xfrm>
            <a:off x="6044183" y="1161288"/>
            <a:ext cx="1953771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Fora do comercial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22">
            <a:extLst>
              <a:ext uri="{FF2B5EF4-FFF2-40B4-BE49-F238E27FC236}">
                <a16:creationId xmlns:a16="http://schemas.microsoft.com/office/drawing/2014/main" id="{92E728C4-4BE5-2C48-A05E-13E9BEF74EFE}"/>
              </a:ext>
            </a:extLst>
          </p:cNvPr>
          <p:cNvSpPr/>
          <p:nvPr/>
        </p:nvSpPr>
        <p:spPr>
          <a:xfrm>
            <a:off x="8101584" y="708925"/>
            <a:ext cx="1428119" cy="768626"/>
          </a:xfrm>
          <a:prstGeom prst="rect">
            <a:avLst/>
          </a:prstGeom>
          <a:solidFill>
            <a:srgbClr val="FEF2F2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Shape 30">
            <a:extLst>
              <a:ext uri="{FF2B5EF4-FFF2-40B4-BE49-F238E27FC236}">
                <a16:creationId xmlns:a16="http://schemas.microsoft.com/office/drawing/2014/main" id="{D5638A17-5168-A3DF-33F2-0BED59582682}"/>
              </a:ext>
            </a:extLst>
          </p:cNvPr>
          <p:cNvSpPr/>
          <p:nvPr/>
        </p:nvSpPr>
        <p:spPr>
          <a:xfrm>
            <a:off x="0" y="1463040"/>
            <a:ext cx="12161520" cy="182880"/>
          </a:xfrm>
          <a:prstGeom prst="rect">
            <a:avLst/>
          </a:prstGeom>
          <a:solidFill>
            <a:srgbClr val="FFFBEB"/>
          </a:solidFill>
          <a:ln w="6345" cap="flat">
            <a:solidFill>
              <a:srgbClr val="FDE6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31">
            <a:extLst>
              <a:ext uri="{FF2B5EF4-FFF2-40B4-BE49-F238E27FC236}">
                <a16:creationId xmlns:a16="http://schemas.microsoft.com/office/drawing/2014/main" id="{7815F7FD-A829-ED7F-19FC-BD04FD39D87B}"/>
              </a:ext>
            </a:extLst>
          </p:cNvPr>
          <p:cNvSpPr/>
          <p:nvPr/>
        </p:nvSpPr>
        <p:spPr>
          <a:xfrm>
            <a:off x="0" y="1463040"/>
            <a:ext cx="36576" cy="182880"/>
          </a:xfrm>
          <a:prstGeom prst="rect">
            <a:avLst/>
          </a:prstGeom>
          <a:solidFill>
            <a:srgbClr val="F59E0B"/>
          </a:solidFill>
          <a:ln w="12701" cap="flat">
            <a:solidFill>
              <a:srgbClr val="F59E0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32">
            <a:extLst>
              <a:ext uri="{FF2B5EF4-FFF2-40B4-BE49-F238E27FC236}">
                <a16:creationId xmlns:a16="http://schemas.microsoft.com/office/drawing/2014/main" id="{442B2F62-8B20-56AC-D4EC-F78C96D9CBC8}"/>
              </a:ext>
            </a:extLst>
          </p:cNvPr>
          <p:cNvSpPr/>
          <p:nvPr/>
        </p:nvSpPr>
        <p:spPr>
          <a:xfrm>
            <a:off x="109728" y="1463040"/>
            <a:ext cx="1197864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92400E"/>
                </a:solidFill>
                <a:uFillTx/>
                <a:latin typeface="Calibri"/>
              </a:rPr>
              <a:t>💡  Utilização = (H. Realizadas + H. Extras) / H. Planejadas  ·  Extras = horas fora do horário comercial (custo adicional)  ·  H. Realizadas podem incluir horas dentro do comercial além do planejado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Shape 307">
            <a:extLst>
              <a:ext uri="{FF2B5EF4-FFF2-40B4-BE49-F238E27FC236}">
                <a16:creationId xmlns:a16="http://schemas.microsoft.com/office/drawing/2014/main" id="{E5C4E24A-8797-8359-09CB-D54F9F8F8D57}"/>
              </a:ext>
            </a:extLst>
          </p:cNvPr>
          <p:cNvSpPr/>
          <p:nvPr/>
        </p:nvSpPr>
        <p:spPr>
          <a:xfrm>
            <a:off x="0" y="5554980"/>
            <a:ext cx="12161520" cy="246888"/>
          </a:xfrm>
          <a:prstGeom prst="rect">
            <a:avLst/>
          </a:prstGeom>
          <a:solidFill>
            <a:srgbClr val="0F1B4C"/>
          </a:solidFill>
          <a:ln w="12701" cap="flat">
            <a:solidFill>
              <a:srgbClr val="0F1B4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308">
            <a:extLst>
              <a:ext uri="{FF2B5EF4-FFF2-40B4-BE49-F238E27FC236}">
                <a16:creationId xmlns:a16="http://schemas.microsoft.com/office/drawing/2014/main" id="{3A2BB8AE-657F-F559-23C2-801C2E895FC7}"/>
              </a:ext>
            </a:extLst>
          </p:cNvPr>
          <p:cNvSpPr/>
          <p:nvPr/>
        </p:nvSpPr>
        <p:spPr>
          <a:xfrm>
            <a:off x="45720" y="5554980"/>
            <a:ext cx="1389888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TOTAL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309">
            <a:extLst>
              <a:ext uri="{FF2B5EF4-FFF2-40B4-BE49-F238E27FC236}">
                <a16:creationId xmlns:a16="http://schemas.microsoft.com/office/drawing/2014/main" id="{5E5816E9-AFCD-11D2-0016-BEDBBA589D94}"/>
              </a:ext>
            </a:extLst>
          </p:cNvPr>
          <p:cNvSpPr/>
          <p:nvPr/>
        </p:nvSpPr>
        <p:spPr>
          <a:xfrm>
            <a:off x="1435608" y="5554980"/>
            <a:ext cx="1097280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5 pessoas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310">
            <a:extLst>
              <a:ext uri="{FF2B5EF4-FFF2-40B4-BE49-F238E27FC236}">
                <a16:creationId xmlns:a16="http://schemas.microsoft.com/office/drawing/2014/main" id="{893A4B03-7BD5-635D-9FB2-869C02DCF7C6}"/>
              </a:ext>
            </a:extLst>
          </p:cNvPr>
          <p:cNvSpPr/>
          <p:nvPr/>
        </p:nvSpPr>
        <p:spPr>
          <a:xfrm>
            <a:off x="3282696" y="5554980"/>
            <a:ext cx="502920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174,2h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311">
            <a:extLst>
              <a:ext uri="{FF2B5EF4-FFF2-40B4-BE49-F238E27FC236}">
                <a16:creationId xmlns:a16="http://schemas.microsoft.com/office/drawing/2014/main" id="{954C5938-ECAE-0DA4-0FFD-296A6F942C4D}"/>
              </a:ext>
            </a:extLst>
          </p:cNvPr>
          <p:cNvSpPr/>
          <p:nvPr/>
        </p:nvSpPr>
        <p:spPr>
          <a:xfrm>
            <a:off x="3803903" y="5554980"/>
            <a:ext cx="502920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161h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Text 312">
            <a:extLst>
              <a:ext uri="{FF2B5EF4-FFF2-40B4-BE49-F238E27FC236}">
                <a16:creationId xmlns:a16="http://schemas.microsoft.com/office/drawing/2014/main" id="{309956CC-A2D6-9492-5F85-D80328A913F0}"/>
              </a:ext>
            </a:extLst>
          </p:cNvPr>
          <p:cNvSpPr/>
          <p:nvPr/>
        </p:nvSpPr>
        <p:spPr>
          <a:xfrm>
            <a:off x="4325112" y="5554980"/>
            <a:ext cx="530352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6,5h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313">
            <a:extLst>
              <a:ext uri="{FF2B5EF4-FFF2-40B4-BE49-F238E27FC236}">
                <a16:creationId xmlns:a16="http://schemas.microsoft.com/office/drawing/2014/main" id="{8F10A41C-4A88-7C8D-C8D6-F93863169E8F}"/>
              </a:ext>
            </a:extLst>
          </p:cNvPr>
          <p:cNvSpPr/>
          <p:nvPr/>
        </p:nvSpPr>
        <p:spPr>
          <a:xfrm>
            <a:off x="4873752" y="5554980"/>
            <a:ext cx="502920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167,5h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Text 314">
            <a:extLst>
              <a:ext uri="{FF2B5EF4-FFF2-40B4-BE49-F238E27FC236}">
                <a16:creationId xmlns:a16="http://schemas.microsoft.com/office/drawing/2014/main" id="{2F020639-F0BA-DDD6-930C-BE1BA16F263A}"/>
              </a:ext>
            </a:extLst>
          </p:cNvPr>
          <p:cNvSpPr/>
          <p:nvPr/>
        </p:nvSpPr>
        <p:spPr>
          <a:xfrm>
            <a:off x="5394960" y="5554980"/>
            <a:ext cx="594360" cy="2468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24h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324">
            <a:extLst>
              <a:ext uri="{FF2B5EF4-FFF2-40B4-BE49-F238E27FC236}">
                <a16:creationId xmlns:a16="http://schemas.microsoft.com/office/drawing/2014/main" id="{EC88F843-B4BA-81AA-439C-115415A13C3C}"/>
              </a:ext>
            </a:extLst>
          </p:cNvPr>
          <p:cNvSpPr/>
          <p:nvPr/>
        </p:nvSpPr>
        <p:spPr>
          <a:xfrm>
            <a:off x="2432304" y="5829300"/>
            <a:ext cx="36576" cy="512064"/>
          </a:xfrm>
          <a:prstGeom prst="rect">
            <a:avLst/>
          </a:prstGeom>
          <a:solidFill>
            <a:srgbClr val="0369A1"/>
          </a:solidFill>
          <a:ln w="12701" cap="flat">
            <a:solidFill>
              <a:srgbClr val="0369A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Shape 329">
            <a:extLst>
              <a:ext uri="{FF2B5EF4-FFF2-40B4-BE49-F238E27FC236}">
                <a16:creationId xmlns:a16="http://schemas.microsoft.com/office/drawing/2014/main" id="{4665FDEE-FE4A-EA66-912B-181BC8A2804F}"/>
              </a:ext>
            </a:extLst>
          </p:cNvPr>
          <p:cNvSpPr/>
          <p:nvPr/>
        </p:nvSpPr>
        <p:spPr>
          <a:xfrm>
            <a:off x="2478024" y="5829300"/>
            <a:ext cx="36576" cy="512064"/>
          </a:xfrm>
          <a:prstGeom prst="rect">
            <a:avLst/>
          </a:prstGeom>
          <a:solidFill>
            <a:srgbClr val="EA580C"/>
          </a:solidFill>
          <a:ln w="12701" cap="flat">
            <a:solidFill>
              <a:srgbClr val="EA580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33" name="Agrupar 15">
            <a:extLst>
              <a:ext uri="{FF2B5EF4-FFF2-40B4-BE49-F238E27FC236}">
                <a16:creationId xmlns:a16="http://schemas.microsoft.com/office/drawing/2014/main" id="{095D0648-3095-8ABF-0EEB-CD7CFA5B0AFE}"/>
              </a:ext>
            </a:extLst>
          </p:cNvPr>
          <p:cNvGrpSpPr/>
          <p:nvPr/>
        </p:nvGrpSpPr>
        <p:grpSpPr>
          <a:xfrm>
            <a:off x="2514600" y="5829300"/>
            <a:ext cx="2432304" cy="512064"/>
            <a:chOff x="2514600" y="5829300"/>
            <a:chExt cx="2432304" cy="512064"/>
          </a:xfrm>
        </p:grpSpPr>
        <p:sp>
          <p:nvSpPr>
            <p:cNvPr id="34" name="Shape 328">
              <a:extLst>
                <a:ext uri="{FF2B5EF4-FFF2-40B4-BE49-F238E27FC236}">
                  <a16:creationId xmlns:a16="http://schemas.microsoft.com/office/drawing/2014/main" id="{31A89BFC-B6D3-E52E-B160-E018EE9118B0}"/>
                </a:ext>
              </a:extLst>
            </p:cNvPr>
            <p:cNvSpPr/>
            <p:nvPr/>
          </p:nvSpPr>
          <p:spPr>
            <a:xfrm>
              <a:off x="2514600" y="5829300"/>
              <a:ext cx="2432304" cy="512064"/>
            </a:xfrm>
            <a:prstGeom prst="rect">
              <a:avLst/>
            </a:prstGeom>
            <a:solidFill>
              <a:srgbClr val="FFF7ED"/>
            </a:solidFill>
            <a:ln w="6345" cap="flat">
              <a:solidFill>
                <a:srgbClr val="CBD5E1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35" name="Text 330">
              <a:extLst>
                <a:ext uri="{FF2B5EF4-FFF2-40B4-BE49-F238E27FC236}">
                  <a16:creationId xmlns:a16="http://schemas.microsoft.com/office/drawing/2014/main" id="{15917350-FB5E-CB16-209F-0E72A25D7369}"/>
                </a:ext>
              </a:extLst>
            </p:cNvPr>
            <p:cNvSpPr/>
            <p:nvPr/>
          </p:nvSpPr>
          <p:spPr>
            <a:xfrm>
              <a:off x="2569463" y="5856732"/>
              <a:ext cx="2295144" cy="146304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750" b="0" i="0" u="none" strike="noStrike" kern="1200" cap="none" spc="0" baseline="0">
                  <a:solidFill>
                    <a:srgbClr val="64748B"/>
                  </a:solidFill>
                  <a:uFillTx/>
                  <a:latin typeface="Calibri"/>
                </a:rPr>
                <a:t>Custo H. Extras</a:t>
              </a:r>
              <a:endParaRPr lang="en-US" sz="7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36" name="Text 331">
              <a:extLst>
                <a:ext uri="{FF2B5EF4-FFF2-40B4-BE49-F238E27FC236}">
                  <a16:creationId xmlns:a16="http://schemas.microsoft.com/office/drawing/2014/main" id="{4EDF8C83-6983-E28E-9B37-8345FF868EE0}"/>
                </a:ext>
              </a:extLst>
            </p:cNvPr>
            <p:cNvSpPr/>
            <p:nvPr/>
          </p:nvSpPr>
          <p:spPr>
            <a:xfrm>
              <a:off x="2569463" y="5993892"/>
              <a:ext cx="2295144" cy="201168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300" b="1" i="0" u="none" strike="noStrike" kern="1200" cap="none" spc="0" baseline="0" dirty="0">
                  <a:solidFill>
                    <a:srgbClr val="EA580C"/>
                  </a:solidFill>
                  <a:uFillTx/>
                  <a:latin typeface="Calibri"/>
                </a:rPr>
                <a:t xml:space="preserve">R$ </a:t>
              </a:r>
              <a:r>
                <a:rPr lang="en-US" sz="1300" b="1" dirty="0">
                  <a:solidFill>
                    <a:srgbClr val="EA580C"/>
                  </a:solidFill>
                  <a:latin typeface="Calibri"/>
                </a:rPr>
                <a:t>0,00</a:t>
              </a:r>
              <a:endParaRPr lang="en-US" sz="13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37" name="Text 332">
              <a:extLst>
                <a:ext uri="{FF2B5EF4-FFF2-40B4-BE49-F238E27FC236}">
                  <a16:creationId xmlns:a16="http://schemas.microsoft.com/office/drawing/2014/main" id="{E5A4B254-5B75-CC43-C71F-6F7555662B05}"/>
                </a:ext>
              </a:extLst>
            </p:cNvPr>
            <p:cNvSpPr/>
            <p:nvPr/>
          </p:nvSpPr>
          <p:spPr>
            <a:xfrm>
              <a:off x="2569463" y="6195060"/>
              <a:ext cx="2295144" cy="12801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700" b="0" i="0" u="none" strike="noStrike" kern="1200" cap="none" spc="0" baseline="0">
                  <a:solidFill>
                    <a:srgbClr val="64748B"/>
                  </a:solidFill>
                  <a:uFillTx/>
                  <a:latin typeface="Calibri"/>
                </a:rPr>
                <a:t>6,5h × R$160</a:t>
              </a:r>
              <a:endParaRPr lang="en-US" sz="7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38" name="Shape 334">
            <a:extLst>
              <a:ext uri="{FF2B5EF4-FFF2-40B4-BE49-F238E27FC236}">
                <a16:creationId xmlns:a16="http://schemas.microsoft.com/office/drawing/2014/main" id="{4863864D-746A-2078-F78F-81340C6B4AD8}"/>
              </a:ext>
            </a:extLst>
          </p:cNvPr>
          <p:cNvSpPr/>
          <p:nvPr/>
        </p:nvSpPr>
        <p:spPr>
          <a:xfrm>
            <a:off x="4956048" y="5829300"/>
            <a:ext cx="36576" cy="512064"/>
          </a:xfrm>
          <a:prstGeom prst="rect">
            <a:avLst/>
          </a:prstGeom>
          <a:solidFill>
            <a:srgbClr val="9F1239"/>
          </a:solidFill>
          <a:ln w="12701" cap="flat">
            <a:solidFill>
              <a:srgbClr val="9F123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Shape 338">
            <a:extLst>
              <a:ext uri="{FF2B5EF4-FFF2-40B4-BE49-F238E27FC236}">
                <a16:creationId xmlns:a16="http://schemas.microsoft.com/office/drawing/2014/main" id="{B33EC17D-D328-7876-C60B-57902A77F53A}"/>
              </a:ext>
            </a:extLst>
          </p:cNvPr>
          <p:cNvSpPr/>
          <p:nvPr/>
        </p:nvSpPr>
        <p:spPr>
          <a:xfrm>
            <a:off x="5001768" y="5829300"/>
            <a:ext cx="2432304" cy="512064"/>
          </a:xfrm>
          <a:prstGeom prst="rect">
            <a:avLst/>
          </a:prstGeom>
          <a:solidFill>
            <a:srgbClr val="FEF2F2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339">
            <a:extLst>
              <a:ext uri="{FF2B5EF4-FFF2-40B4-BE49-F238E27FC236}">
                <a16:creationId xmlns:a16="http://schemas.microsoft.com/office/drawing/2014/main" id="{C7581DDB-80D4-F38E-DB9D-D328DE651975}"/>
              </a:ext>
            </a:extLst>
          </p:cNvPr>
          <p:cNvSpPr/>
          <p:nvPr/>
        </p:nvSpPr>
        <p:spPr>
          <a:xfrm>
            <a:off x="5001768" y="5829300"/>
            <a:ext cx="36576" cy="512064"/>
          </a:xfrm>
          <a:prstGeom prst="rect">
            <a:avLst/>
          </a:prstGeom>
          <a:solidFill>
            <a:srgbClr val="DC2626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Text 340">
            <a:extLst>
              <a:ext uri="{FF2B5EF4-FFF2-40B4-BE49-F238E27FC236}">
                <a16:creationId xmlns:a16="http://schemas.microsoft.com/office/drawing/2014/main" id="{9E61E696-3359-8CBE-6C21-7CBE935FD3D3}"/>
              </a:ext>
            </a:extLst>
          </p:cNvPr>
          <p:cNvSpPr/>
          <p:nvPr/>
        </p:nvSpPr>
        <p:spPr>
          <a:xfrm>
            <a:off x="5093208" y="5856732"/>
            <a:ext cx="2295144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Custo Total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 341">
            <a:extLst>
              <a:ext uri="{FF2B5EF4-FFF2-40B4-BE49-F238E27FC236}">
                <a16:creationId xmlns:a16="http://schemas.microsoft.com/office/drawing/2014/main" id="{92B631B8-2E0D-D156-2D96-FBDA688DC5D1}"/>
              </a:ext>
            </a:extLst>
          </p:cNvPr>
          <p:cNvSpPr/>
          <p:nvPr/>
        </p:nvSpPr>
        <p:spPr>
          <a:xfrm>
            <a:off x="5056632" y="5993892"/>
            <a:ext cx="2295144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DC2626"/>
                </a:solidFill>
                <a:uFillTx/>
                <a:latin typeface="Calibri"/>
              </a:rPr>
              <a:t xml:space="preserve">R$ </a:t>
            </a:r>
            <a:r>
              <a:rPr lang="en-US" sz="1300" b="1" dirty="0">
                <a:solidFill>
                  <a:srgbClr val="DC2626"/>
                </a:solidFill>
                <a:latin typeface="Calibri"/>
              </a:rPr>
              <a:t>3.840,00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342">
            <a:extLst>
              <a:ext uri="{FF2B5EF4-FFF2-40B4-BE49-F238E27FC236}">
                <a16:creationId xmlns:a16="http://schemas.microsoft.com/office/drawing/2014/main" id="{1D1B46C0-FB6F-642E-A1D0-5641616BBC41}"/>
              </a:ext>
            </a:extLst>
          </p:cNvPr>
          <p:cNvSpPr/>
          <p:nvPr/>
        </p:nvSpPr>
        <p:spPr>
          <a:xfrm>
            <a:off x="5056632" y="6195060"/>
            <a:ext cx="2295144" cy="1280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167,5h × R$160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FD7812D4-0C0D-E201-215A-505071DEC30B}"/>
              </a:ext>
            </a:extLst>
          </p:cNvPr>
          <p:cNvSpPr/>
          <p:nvPr/>
        </p:nvSpPr>
        <p:spPr>
          <a:xfrm>
            <a:off x="0" y="1673352"/>
            <a:ext cx="12161520" cy="256032"/>
          </a:xfrm>
          <a:prstGeom prst="rect">
            <a:avLst/>
          </a:prstGeom>
          <a:solidFill>
            <a:srgbClr val="0F1B4C"/>
          </a:solidFill>
          <a:ln w="12701" cap="flat">
            <a:solidFill>
              <a:srgbClr val="0F1B4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9C01F96A-B1A2-C6E3-3868-565172805A58}"/>
              </a:ext>
            </a:extLst>
          </p:cNvPr>
          <p:cNvSpPr/>
          <p:nvPr/>
        </p:nvSpPr>
        <p:spPr>
          <a:xfrm>
            <a:off x="45720" y="1673352"/>
            <a:ext cx="4572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Frente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604076AF-3595-0E9A-D11F-1D6C2417060C}"/>
              </a:ext>
            </a:extLst>
          </p:cNvPr>
          <p:cNvSpPr/>
          <p:nvPr/>
        </p:nvSpPr>
        <p:spPr>
          <a:xfrm>
            <a:off x="521208" y="1673352"/>
            <a:ext cx="896112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Nome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76553592-7571-CE29-815B-9806666F6BAA}"/>
              </a:ext>
            </a:extLst>
          </p:cNvPr>
          <p:cNvSpPr/>
          <p:nvPr/>
        </p:nvSpPr>
        <p:spPr>
          <a:xfrm>
            <a:off x="1435608" y="1673352"/>
            <a:ext cx="109728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Cargo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630D134E-EFD4-91AC-33CB-CA1607A72364}"/>
              </a:ext>
            </a:extLst>
          </p:cNvPr>
          <p:cNvSpPr/>
          <p:nvPr/>
        </p:nvSpPr>
        <p:spPr>
          <a:xfrm>
            <a:off x="2551176" y="1673352"/>
            <a:ext cx="713232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Senioridade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329D39E9-B949-F10D-569D-A33CE0152FCF}"/>
              </a:ext>
            </a:extLst>
          </p:cNvPr>
          <p:cNvSpPr/>
          <p:nvPr/>
        </p:nvSpPr>
        <p:spPr>
          <a:xfrm>
            <a:off x="3282696" y="1673352"/>
            <a:ext cx="5029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H. Plan.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3C669BDF-C7DE-1817-B2CA-6DD8C7781497}"/>
              </a:ext>
            </a:extLst>
          </p:cNvPr>
          <p:cNvSpPr/>
          <p:nvPr/>
        </p:nvSpPr>
        <p:spPr>
          <a:xfrm>
            <a:off x="3803903" y="1673352"/>
            <a:ext cx="5029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H. Real.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1" name="Text 40">
            <a:extLst>
              <a:ext uri="{FF2B5EF4-FFF2-40B4-BE49-F238E27FC236}">
                <a16:creationId xmlns:a16="http://schemas.microsoft.com/office/drawing/2014/main" id="{79B2629F-58BF-87DB-A923-CAC3FADD9794}"/>
              </a:ext>
            </a:extLst>
          </p:cNvPr>
          <p:cNvSpPr/>
          <p:nvPr/>
        </p:nvSpPr>
        <p:spPr>
          <a:xfrm>
            <a:off x="4325112" y="1673352"/>
            <a:ext cx="530352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 dirty="0">
                <a:solidFill>
                  <a:srgbClr val="FFFFFF"/>
                </a:solidFill>
                <a:uFillTx/>
                <a:latin typeface="Calibri"/>
              </a:rPr>
              <a:t>H. Extras</a:t>
            </a:r>
            <a:endParaRPr lang="en-US" sz="7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2" name="Text 41">
            <a:extLst>
              <a:ext uri="{FF2B5EF4-FFF2-40B4-BE49-F238E27FC236}">
                <a16:creationId xmlns:a16="http://schemas.microsoft.com/office/drawing/2014/main" id="{4F8EE2AD-3FDE-7EF3-E2B6-2F27EE792ABD}"/>
              </a:ext>
            </a:extLst>
          </p:cNvPr>
          <p:cNvSpPr/>
          <p:nvPr/>
        </p:nvSpPr>
        <p:spPr>
          <a:xfrm>
            <a:off x="4873752" y="1673352"/>
            <a:ext cx="5029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Total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3" name="Text 42">
            <a:extLst>
              <a:ext uri="{FF2B5EF4-FFF2-40B4-BE49-F238E27FC236}">
                <a16:creationId xmlns:a16="http://schemas.microsoft.com/office/drawing/2014/main" id="{8D665FC3-E50F-EA2F-428E-BFE7246FFEA3}"/>
              </a:ext>
            </a:extLst>
          </p:cNvPr>
          <p:cNvSpPr/>
          <p:nvPr/>
        </p:nvSpPr>
        <p:spPr>
          <a:xfrm>
            <a:off x="5394960" y="1673352"/>
            <a:ext cx="5943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Retrabalho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4" name="Text 43">
            <a:extLst>
              <a:ext uri="{FF2B5EF4-FFF2-40B4-BE49-F238E27FC236}">
                <a16:creationId xmlns:a16="http://schemas.microsoft.com/office/drawing/2014/main" id="{DD0469A5-AE93-FA3F-3BFA-4C83D9B9660A}"/>
              </a:ext>
            </a:extLst>
          </p:cNvPr>
          <p:cNvSpPr/>
          <p:nvPr/>
        </p:nvSpPr>
        <p:spPr>
          <a:xfrm>
            <a:off x="6007608" y="1673352"/>
            <a:ext cx="14630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Utilização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A64DD9B1-8451-3C6D-3154-538338F9F35F}"/>
              </a:ext>
            </a:extLst>
          </p:cNvPr>
          <p:cNvSpPr/>
          <p:nvPr/>
        </p:nvSpPr>
        <p:spPr>
          <a:xfrm>
            <a:off x="8988552" y="1673352"/>
            <a:ext cx="9144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Status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6" name="Shape 339">
            <a:extLst>
              <a:ext uri="{FF2B5EF4-FFF2-40B4-BE49-F238E27FC236}">
                <a16:creationId xmlns:a16="http://schemas.microsoft.com/office/drawing/2014/main" id="{AEC2BF7B-3E4B-57E3-CD97-CF5AB4CBBDA0}"/>
              </a:ext>
            </a:extLst>
          </p:cNvPr>
          <p:cNvSpPr/>
          <p:nvPr/>
        </p:nvSpPr>
        <p:spPr>
          <a:xfrm>
            <a:off x="7333488" y="5829300"/>
            <a:ext cx="36576" cy="512064"/>
          </a:xfrm>
          <a:prstGeom prst="rect">
            <a:avLst/>
          </a:prstGeom>
          <a:solidFill>
            <a:srgbClr val="385723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7" name="Shape 47">
            <a:extLst>
              <a:ext uri="{FF2B5EF4-FFF2-40B4-BE49-F238E27FC236}">
                <a16:creationId xmlns:a16="http://schemas.microsoft.com/office/drawing/2014/main" id="{E498A962-07D8-8249-4F51-5D84CE2CAD74}"/>
              </a:ext>
            </a:extLst>
          </p:cNvPr>
          <p:cNvSpPr/>
          <p:nvPr/>
        </p:nvSpPr>
        <p:spPr>
          <a:xfrm>
            <a:off x="0" y="1929384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8" name="Shape 48">
            <a:extLst>
              <a:ext uri="{FF2B5EF4-FFF2-40B4-BE49-F238E27FC236}">
                <a16:creationId xmlns:a16="http://schemas.microsoft.com/office/drawing/2014/main" id="{49B8FFE1-25A7-FD4B-4197-ABB5E94C118D}"/>
              </a:ext>
            </a:extLst>
          </p:cNvPr>
          <p:cNvSpPr/>
          <p:nvPr/>
        </p:nvSpPr>
        <p:spPr>
          <a:xfrm>
            <a:off x="45720" y="1993392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7C3AED"/>
          </a:solidFill>
          <a:ln w="12701" cap="flat">
            <a:solidFill>
              <a:srgbClr val="7C3AE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9" name="Text 49">
            <a:extLst>
              <a:ext uri="{FF2B5EF4-FFF2-40B4-BE49-F238E27FC236}">
                <a16:creationId xmlns:a16="http://schemas.microsoft.com/office/drawing/2014/main" id="{2EC208B2-1B22-6400-DC53-00E7C174DCBE}"/>
              </a:ext>
            </a:extLst>
          </p:cNvPr>
          <p:cNvSpPr/>
          <p:nvPr/>
        </p:nvSpPr>
        <p:spPr>
          <a:xfrm>
            <a:off x="45720" y="1993392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TL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0" name="Text 50">
            <a:extLst>
              <a:ext uri="{FF2B5EF4-FFF2-40B4-BE49-F238E27FC236}">
                <a16:creationId xmlns:a16="http://schemas.microsoft.com/office/drawing/2014/main" id="{281F941B-F9D4-74A6-8A33-C832DA986BE9}"/>
              </a:ext>
            </a:extLst>
          </p:cNvPr>
          <p:cNvSpPr/>
          <p:nvPr/>
        </p:nvSpPr>
        <p:spPr>
          <a:xfrm>
            <a:off x="521208" y="1929384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Saulo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1" name="Text 51">
            <a:extLst>
              <a:ext uri="{FF2B5EF4-FFF2-40B4-BE49-F238E27FC236}">
                <a16:creationId xmlns:a16="http://schemas.microsoft.com/office/drawing/2014/main" id="{9F518AC0-12B7-0AFD-CE6A-45A8CA080E34}"/>
              </a:ext>
            </a:extLst>
          </p:cNvPr>
          <p:cNvSpPr/>
          <p:nvPr/>
        </p:nvSpPr>
        <p:spPr>
          <a:xfrm>
            <a:off x="1435608" y="1929384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Tech Lead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2" name="Shape 52">
            <a:extLst>
              <a:ext uri="{FF2B5EF4-FFF2-40B4-BE49-F238E27FC236}">
                <a16:creationId xmlns:a16="http://schemas.microsoft.com/office/drawing/2014/main" id="{F8772BD0-B047-EB17-AC6B-8AA87CA2B728}"/>
              </a:ext>
            </a:extLst>
          </p:cNvPr>
          <p:cNvSpPr/>
          <p:nvPr/>
        </p:nvSpPr>
        <p:spPr>
          <a:xfrm>
            <a:off x="2569463" y="2002536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3" name="Text 53">
            <a:extLst>
              <a:ext uri="{FF2B5EF4-FFF2-40B4-BE49-F238E27FC236}">
                <a16:creationId xmlns:a16="http://schemas.microsoft.com/office/drawing/2014/main" id="{6A4D07DD-BD25-C5AC-4C76-67B19C12BAE3}"/>
              </a:ext>
            </a:extLst>
          </p:cNvPr>
          <p:cNvSpPr/>
          <p:nvPr/>
        </p:nvSpPr>
        <p:spPr>
          <a:xfrm>
            <a:off x="2569463" y="2002536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>Sênior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4" name="Text 54">
            <a:extLst>
              <a:ext uri="{FF2B5EF4-FFF2-40B4-BE49-F238E27FC236}">
                <a16:creationId xmlns:a16="http://schemas.microsoft.com/office/drawing/2014/main" id="{5B73B7FC-D009-258E-A699-C79D1718E6E3}"/>
              </a:ext>
            </a:extLst>
          </p:cNvPr>
          <p:cNvSpPr/>
          <p:nvPr/>
        </p:nvSpPr>
        <p:spPr>
          <a:xfrm>
            <a:off x="3282696" y="192938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0h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5" name="Text 55">
            <a:extLst>
              <a:ext uri="{FF2B5EF4-FFF2-40B4-BE49-F238E27FC236}">
                <a16:creationId xmlns:a16="http://schemas.microsoft.com/office/drawing/2014/main" id="{FA5979D6-7FAB-044D-DCC0-ED4F02D19F31}"/>
              </a:ext>
            </a:extLst>
          </p:cNvPr>
          <p:cNvSpPr/>
          <p:nvPr/>
        </p:nvSpPr>
        <p:spPr>
          <a:xfrm>
            <a:off x="3803903" y="192938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0h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6" name="Text 56">
            <a:extLst>
              <a:ext uri="{FF2B5EF4-FFF2-40B4-BE49-F238E27FC236}">
                <a16:creationId xmlns:a16="http://schemas.microsoft.com/office/drawing/2014/main" id="{4638F2FA-ED5D-409C-9F75-E5DC71DB3E17}"/>
              </a:ext>
            </a:extLst>
          </p:cNvPr>
          <p:cNvSpPr/>
          <p:nvPr/>
        </p:nvSpPr>
        <p:spPr>
          <a:xfrm>
            <a:off x="4325112" y="1929384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EA580C"/>
                </a:solidFill>
                <a:uFillTx/>
                <a:latin typeface="Calibri"/>
              </a:rPr>
              <a:t>0h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7" name="Shape 57">
            <a:extLst>
              <a:ext uri="{FF2B5EF4-FFF2-40B4-BE49-F238E27FC236}">
                <a16:creationId xmlns:a16="http://schemas.microsoft.com/office/drawing/2014/main" id="{9B06639A-F317-8C49-0973-5DF24D3A5842}"/>
              </a:ext>
            </a:extLst>
          </p:cNvPr>
          <p:cNvSpPr/>
          <p:nvPr/>
        </p:nvSpPr>
        <p:spPr>
          <a:xfrm>
            <a:off x="4873752" y="1975104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8" name="Text 58">
            <a:extLst>
              <a:ext uri="{FF2B5EF4-FFF2-40B4-BE49-F238E27FC236}">
                <a16:creationId xmlns:a16="http://schemas.microsoft.com/office/drawing/2014/main" id="{303E4850-9AFF-EACC-C880-8664F5B6FFE1}"/>
              </a:ext>
            </a:extLst>
          </p:cNvPr>
          <p:cNvSpPr/>
          <p:nvPr/>
        </p:nvSpPr>
        <p:spPr>
          <a:xfrm>
            <a:off x="4873752" y="192938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>
                <a:solidFill>
                  <a:srgbClr val="1D4ED8"/>
                </a:solidFill>
                <a:latin typeface="Calibri"/>
              </a:rPr>
              <a:t>0</a:t>
            </a:r>
            <a:r>
              <a:rPr lang="en-US" sz="850" b="1" i="0" u="none" strike="noStrike" kern="1200" cap="none" spc="0" baseline="0" dirty="0">
                <a:solidFill>
                  <a:srgbClr val="1D4ED8"/>
                </a:solidFill>
                <a:uFillTx/>
                <a:latin typeface="Calibri"/>
              </a:rPr>
              <a:t>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9" name="Text 59">
            <a:extLst>
              <a:ext uri="{FF2B5EF4-FFF2-40B4-BE49-F238E27FC236}">
                <a16:creationId xmlns:a16="http://schemas.microsoft.com/office/drawing/2014/main" id="{907907EA-F6E5-4D4A-B757-76E4166BC873}"/>
              </a:ext>
            </a:extLst>
          </p:cNvPr>
          <p:cNvSpPr/>
          <p:nvPr/>
        </p:nvSpPr>
        <p:spPr>
          <a:xfrm>
            <a:off x="5394960" y="1929384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—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0" name="Shape 60">
            <a:extLst>
              <a:ext uri="{FF2B5EF4-FFF2-40B4-BE49-F238E27FC236}">
                <a16:creationId xmlns:a16="http://schemas.microsoft.com/office/drawing/2014/main" id="{292B80A5-98F5-F7D7-C4E7-5D554100FAA4}"/>
              </a:ext>
            </a:extLst>
          </p:cNvPr>
          <p:cNvSpPr/>
          <p:nvPr/>
        </p:nvSpPr>
        <p:spPr>
          <a:xfrm>
            <a:off x="6025896" y="2039112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2" name="Text 62">
            <a:extLst>
              <a:ext uri="{FF2B5EF4-FFF2-40B4-BE49-F238E27FC236}">
                <a16:creationId xmlns:a16="http://schemas.microsoft.com/office/drawing/2014/main" id="{F8C350E1-9555-C9ED-FD59-DCE606322B76}"/>
              </a:ext>
            </a:extLst>
          </p:cNvPr>
          <p:cNvSpPr/>
          <p:nvPr/>
        </p:nvSpPr>
        <p:spPr>
          <a:xfrm>
            <a:off x="6976872" y="1929384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3" name="Shape 65">
            <a:extLst>
              <a:ext uri="{FF2B5EF4-FFF2-40B4-BE49-F238E27FC236}">
                <a16:creationId xmlns:a16="http://schemas.microsoft.com/office/drawing/2014/main" id="{BD9BA3ED-4A28-C37E-AB47-39AE562A3348}"/>
              </a:ext>
            </a:extLst>
          </p:cNvPr>
          <p:cNvSpPr/>
          <p:nvPr/>
        </p:nvSpPr>
        <p:spPr>
          <a:xfrm>
            <a:off x="9025128" y="2002536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4" name="Text 66">
            <a:extLst>
              <a:ext uri="{FF2B5EF4-FFF2-40B4-BE49-F238E27FC236}">
                <a16:creationId xmlns:a16="http://schemas.microsoft.com/office/drawing/2014/main" id="{59CE15FB-328A-6AB4-B088-1B3BEC6D28EA}"/>
              </a:ext>
            </a:extLst>
          </p:cNvPr>
          <p:cNvSpPr/>
          <p:nvPr/>
        </p:nvSpPr>
        <p:spPr>
          <a:xfrm>
            <a:off x="9025128" y="2002536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>No plano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5" name="Shape 67">
            <a:extLst>
              <a:ext uri="{FF2B5EF4-FFF2-40B4-BE49-F238E27FC236}">
                <a16:creationId xmlns:a16="http://schemas.microsoft.com/office/drawing/2014/main" id="{8249F163-3DBB-33F4-0BAC-8E9177E5EBF4}"/>
              </a:ext>
            </a:extLst>
          </p:cNvPr>
          <p:cNvSpPr/>
          <p:nvPr/>
        </p:nvSpPr>
        <p:spPr>
          <a:xfrm>
            <a:off x="-4352" y="2208275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6" name="Shape 87">
            <a:extLst>
              <a:ext uri="{FF2B5EF4-FFF2-40B4-BE49-F238E27FC236}">
                <a16:creationId xmlns:a16="http://schemas.microsoft.com/office/drawing/2014/main" id="{A5C19DD7-3B75-8D26-DD7E-5C16966A06A0}"/>
              </a:ext>
            </a:extLst>
          </p:cNvPr>
          <p:cNvSpPr/>
          <p:nvPr/>
        </p:nvSpPr>
        <p:spPr>
          <a:xfrm>
            <a:off x="0" y="2487168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7" name="Shape 107">
            <a:extLst>
              <a:ext uri="{FF2B5EF4-FFF2-40B4-BE49-F238E27FC236}">
                <a16:creationId xmlns:a16="http://schemas.microsoft.com/office/drawing/2014/main" id="{DCABC83F-88F8-FE89-0F22-F5F25FF4DFF7}"/>
              </a:ext>
            </a:extLst>
          </p:cNvPr>
          <p:cNvSpPr/>
          <p:nvPr/>
        </p:nvSpPr>
        <p:spPr>
          <a:xfrm>
            <a:off x="0" y="2766060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8" name="Shape 127">
            <a:extLst>
              <a:ext uri="{FF2B5EF4-FFF2-40B4-BE49-F238E27FC236}">
                <a16:creationId xmlns:a16="http://schemas.microsoft.com/office/drawing/2014/main" id="{04F50036-0AC0-FBC8-0268-D5369F5B2590}"/>
              </a:ext>
            </a:extLst>
          </p:cNvPr>
          <p:cNvSpPr/>
          <p:nvPr/>
        </p:nvSpPr>
        <p:spPr>
          <a:xfrm>
            <a:off x="0" y="3044951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9" name="Shape 147">
            <a:extLst>
              <a:ext uri="{FF2B5EF4-FFF2-40B4-BE49-F238E27FC236}">
                <a16:creationId xmlns:a16="http://schemas.microsoft.com/office/drawing/2014/main" id="{CE8014CB-D754-0043-5C07-E2553BC6A603}"/>
              </a:ext>
            </a:extLst>
          </p:cNvPr>
          <p:cNvSpPr/>
          <p:nvPr/>
        </p:nvSpPr>
        <p:spPr>
          <a:xfrm>
            <a:off x="0" y="3323844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0" name="Shape 167">
            <a:extLst>
              <a:ext uri="{FF2B5EF4-FFF2-40B4-BE49-F238E27FC236}">
                <a16:creationId xmlns:a16="http://schemas.microsoft.com/office/drawing/2014/main" id="{2E7C8876-13C3-302C-A408-371CA6B0DA09}"/>
              </a:ext>
            </a:extLst>
          </p:cNvPr>
          <p:cNvSpPr/>
          <p:nvPr/>
        </p:nvSpPr>
        <p:spPr>
          <a:xfrm>
            <a:off x="0" y="3602736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1" name="Shape 187">
            <a:extLst>
              <a:ext uri="{FF2B5EF4-FFF2-40B4-BE49-F238E27FC236}">
                <a16:creationId xmlns:a16="http://schemas.microsoft.com/office/drawing/2014/main" id="{82A7BA40-0E1F-DBAD-5949-E1420D414A5B}"/>
              </a:ext>
            </a:extLst>
          </p:cNvPr>
          <p:cNvSpPr/>
          <p:nvPr/>
        </p:nvSpPr>
        <p:spPr>
          <a:xfrm>
            <a:off x="0" y="3881628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2" name="Shape 207">
            <a:extLst>
              <a:ext uri="{FF2B5EF4-FFF2-40B4-BE49-F238E27FC236}">
                <a16:creationId xmlns:a16="http://schemas.microsoft.com/office/drawing/2014/main" id="{58FEF963-8446-7632-2659-90864CF57914}"/>
              </a:ext>
            </a:extLst>
          </p:cNvPr>
          <p:cNvSpPr/>
          <p:nvPr/>
        </p:nvSpPr>
        <p:spPr>
          <a:xfrm>
            <a:off x="0" y="4160520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3" name="Shape 208">
            <a:extLst>
              <a:ext uri="{FF2B5EF4-FFF2-40B4-BE49-F238E27FC236}">
                <a16:creationId xmlns:a16="http://schemas.microsoft.com/office/drawing/2014/main" id="{74DABD44-71CA-FB4F-865B-438093F60594}"/>
              </a:ext>
            </a:extLst>
          </p:cNvPr>
          <p:cNvSpPr/>
          <p:nvPr/>
        </p:nvSpPr>
        <p:spPr>
          <a:xfrm>
            <a:off x="64008" y="2272284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472C4"/>
          </a:solidFill>
          <a:ln w="12701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4" name="Text 209">
            <a:extLst>
              <a:ext uri="{FF2B5EF4-FFF2-40B4-BE49-F238E27FC236}">
                <a16:creationId xmlns:a16="http://schemas.microsoft.com/office/drawing/2014/main" id="{16D8C835-0ED8-B6C3-C4A7-82188B077845}"/>
              </a:ext>
            </a:extLst>
          </p:cNvPr>
          <p:cNvSpPr/>
          <p:nvPr/>
        </p:nvSpPr>
        <p:spPr>
          <a:xfrm>
            <a:off x="64008" y="2272284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SM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5" name="Text 210">
            <a:extLst>
              <a:ext uri="{FF2B5EF4-FFF2-40B4-BE49-F238E27FC236}">
                <a16:creationId xmlns:a16="http://schemas.microsoft.com/office/drawing/2014/main" id="{4C88AC3C-7D74-8342-0B92-CEBEE0F96A9C}"/>
              </a:ext>
            </a:extLst>
          </p:cNvPr>
          <p:cNvSpPr/>
          <p:nvPr/>
        </p:nvSpPr>
        <p:spPr>
          <a:xfrm>
            <a:off x="539496" y="2208275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Patricia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6" name="Text 211">
            <a:extLst>
              <a:ext uri="{FF2B5EF4-FFF2-40B4-BE49-F238E27FC236}">
                <a16:creationId xmlns:a16="http://schemas.microsoft.com/office/drawing/2014/main" id="{D221554B-0CE5-38DA-CA39-81600A1F19BD}"/>
              </a:ext>
            </a:extLst>
          </p:cNvPr>
          <p:cNvSpPr/>
          <p:nvPr/>
        </p:nvSpPr>
        <p:spPr>
          <a:xfrm>
            <a:off x="1453896" y="2208275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Scrum Master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7" name="Shape 212">
            <a:extLst>
              <a:ext uri="{FF2B5EF4-FFF2-40B4-BE49-F238E27FC236}">
                <a16:creationId xmlns:a16="http://schemas.microsoft.com/office/drawing/2014/main" id="{07373A6A-800C-B7EF-FADC-F50A158A04D7}"/>
              </a:ext>
            </a:extLst>
          </p:cNvPr>
          <p:cNvSpPr/>
          <p:nvPr/>
        </p:nvSpPr>
        <p:spPr>
          <a:xfrm>
            <a:off x="2587751" y="2281427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8" name="Text 213">
            <a:extLst>
              <a:ext uri="{FF2B5EF4-FFF2-40B4-BE49-F238E27FC236}">
                <a16:creationId xmlns:a16="http://schemas.microsoft.com/office/drawing/2014/main" id="{768D4298-4847-2F66-A9AA-12F7B513C43A}"/>
              </a:ext>
            </a:extLst>
          </p:cNvPr>
          <p:cNvSpPr/>
          <p:nvPr/>
        </p:nvSpPr>
        <p:spPr>
          <a:xfrm>
            <a:off x="2587751" y="2281427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>Sênior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9" name="Text 214">
            <a:extLst>
              <a:ext uri="{FF2B5EF4-FFF2-40B4-BE49-F238E27FC236}">
                <a16:creationId xmlns:a16="http://schemas.microsoft.com/office/drawing/2014/main" id="{D7844B4A-05F6-E2F9-D981-6F9D5B9D2E1A}"/>
              </a:ext>
            </a:extLst>
          </p:cNvPr>
          <p:cNvSpPr/>
          <p:nvPr/>
        </p:nvSpPr>
        <p:spPr>
          <a:xfrm>
            <a:off x="3300984" y="2208275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0h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0" name="Text 215">
            <a:extLst>
              <a:ext uri="{FF2B5EF4-FFF2-40B4-BE49-F238E27FC236}">
                <a16:creationId xmlns:a16="http://schemas.microsoft.com/office/drawing/2014/main" id="{755AA142-FF03-5224-060C-A9FA1A2B9A91}"/>
              </a:ext>
            </a:extLst>
          </p:cNvPr>
          <p:cNvSpPr/>
          <p:nvPr/>
        </p:nvSpPr>
        <p:spPr>
          <a:xfrm>
            <a:off x="3822191" y="2208275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0h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1" name="Text 216">
            <a:extLst>
              <a:ext uri="{FF2B5EF4-FFF2-40B4-BE49-F238E27FC236}">
                <a16:creationId xmlns:a16="http://schemas.microsoft.com/office/drawing/2014/main" id="{5D6BA1DC-ABD3-E343-777D-F89537DC7410}"/>
              </a:ext>
            </a:extLst>
          </p:cNvPr>
          <p:cNvSpPr/>
          <p:nvPr/>
        </p:nvSpPr>
        <p:spPr>
          <a:xfrm>
            <a:off x="4343400" y="2208275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—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2" name="Shape 217">
            <a:extLst>
              <a:ext uri="{FF2B5EF4-FFF2-40B4-BE49-F238E27FC236}">
                <a16:creationId xmlns:a16="http://schemas.microsoft.com/office/drawing/2014/main" id="{5DE306E8-AB3C-E8E2-266A-BCD5F961FDC4}"/>
              </a:ext>
            </a:extLst>
          </p:cNvPr>
          <p:cNvSpPr/>
          <p:nvPr/>
        </p:nvSpPr>
        <p:spPr>
          <a:xfrm>
            <a:off x="4892040" y="2253996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3" name="Text 218">
            <a:extLst>
              <a:ext uri="{FF2B5EF4-FFF2-40B4-BE49-F238E27FC236}">
                <a16:creationId xmlns:a16="http://schemas.microsoft.com/office/drawing/2014/main" id="{4F5515B5-20C6-D6B4-5ACC-092F84E1F204}"/>
              </a:ext>
            </a:extLst>
          </p:cNvPr>
          <p:cNvSpPr/>
          <p:nvPr/>
        </p:nvSpPr>
        <p:spPr>
          <a:xfrm>
            <a:off x="4892040" y="2208275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>
                <a:solidFill>
                  <a:srgbClr val="1D4ED8"/>
                </a:solidFill>
                <a:latin typeface="Calibri"/>
              </a:rPr>
              <a:t>0h</a:t>
            </a:r>
            <a:endParaRPr lang="en-US" sz="85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Text 219">
            <a:extLst>
              <a:ext uri="{FF2B5EF4-FFF2-40B4-BE49-F238E27FC236}">
                <a16:creationId xmlns:a16="http://schemas.microsoft.com/office/drawing/2014/main" id="{71CF0E91-E8C9-3A26-D0BE-9E7BF7460DFD}"/>
              </a:ext>
            </a:extLst>
          </p:cNvPr>
          <p:cNvSpPr/>
          <p:nvPr/>
        </p:nvSpPr>
        <p:spPr>
          <a:xfrm>
            <a:off x="5413248" y="2208275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—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5" name="Shape 220">
            <a:extLst>
              <a:ext uri="{FF2B5EF4-FFF2-40B4-BE49-F238E27FC236}">
                <a16:creationId xmlns:a16="http://schemas.microsoft.com/office/drawing/2014/main" id="{670E03C9-C382-517E-E41F-73961BEE8940}"/>
              </a:ext>
            </a:extLst>
          </p:cNvPr>
          <p:cNvSpPr/>
          <p:nvPr/>
        </p:nvSpPr>
        <p:spPr>
          <a:xfrm>
            <a:off x="6044183" y="2318003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7" name="Text 222">
            <a:extLst>
              <a:ext uri="{FF2B5EF4-FFF2-40B4-BE49-F238E27FC236}">
                <a16:creationId xmlns:a16="http://schemas.microsoft.com/office/drawing/2014/main" id="{12392C5D-821A-1964-4F07-E8371F5836D2}"/>
              </a:ext>
            </a:extLst>
          </p:cNvPr>
          <p:cNvSpPr/>
          <p:nvPr/>
        </p:nvSpPr>
        <p:spPr>
          <a:xfrm>
            <a:off x="6995159" y="2208275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8" name="Shape 225">
            <a:extLst>
              <a:ext uri="{FF2B5EF4-FFF2-40B4-BE49-F238E27FC236}">
                <a16:creationId xmlns:a16="http://schemas.microsoft.com/office/drawing/2014/main" id="{7651183C-A70D-76E3-240A-658D4BEF81E9}"/>
              </a:ext>
            </a:extLst>
          </p:cNvPr>
          <p:cNvSpPr/>
          <p:nvPr/>
        </p:nvSpPr>
        <p:spPr>
          <a:xfrm>
            <a:off x="9043416" y="2281427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9" name="Text 226">
            <a:extLst>
              <a:ext uri="{FF2B5EF4-FFF2-40B4-BE49-F238E27FC236}">
                <a16:creationId xmlns:a16="http://schemas.microsoft.com/office/drawing/2014/main" id="{36AFF0F8-D2F6-A91E-0441-11EEB35EC5F1}"/>
              </a:ext>
            </a:extLst>
          </p:cNvPr>
          <p:cNvSpPr/>
          <p:nvPr/>
        </p:nvSpPr>
        <p:spPr>
          <a:xfrm>
            <a:off x="9043416" y="2281427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>No plano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0" name="Shape 227">
            <a:extLst>
              <a:ext uri="{FF2B5EF4-FFF2-40B4-BE49-F238E27FC236}">
                <a16:creationId xmlns:a16="http://schemas.microsoft.com/office/drawing/2014/main" id="{3A36AA64-1BE8-35B4-0803-BC5AE796F086}"/>
              </a:ext>
            </a:extLst>
          </p:cNvPr>
          <p:cNvSpPr/>
          <p:nvPr/>
        </p:nvSpPr>
        <p:spPr>
          <a:xfrm>
            <a:off x="0" y="4439412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1" name="Shape 228">
            <a:extLst>
              <a:ext uri="{FF2B5EF4-FFF2-40B4-BE49-F238E27FC236}">
                <a16:creationId xmlns:a16="http://schemas.microsoft.com/office/drawing/2014/main" id="{3589D109-6AE4-21DC-0F0D-359A9369000F}"/>
              </a:ext>
            </a:extLst>
          </p:cNvPr>
          <p:cNvSpPr/>
          <p:nvPr/>
        </p:nvSpPr>
        <p:spPr>
          <a:xfrm>
            <a:off x="64008" y="2551176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F5597"/>
          </a:solidFill>
          <a:ln w="12701" cap="flat">
            <a:solidFill>
              <a:srgbClr val="EA580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2" name="Text 229">
            <a:extLst>
              <a:ext uri="{FF2B5EF4-FFF2-40B4-BE49-F238E27FC236}">
                <a16:creationId xmlns:a16="http://schemas.microsoft.com/office/drawing/2014/main" id="{53F43089-5ED8-8EA0-B2B2-B5C3055552DE}"/>
              </a:ext>
            </a:extLst>
          </p:cNvPr>
          <p:cNvSpPr/>
          <p:nvPr/>
        </p:nvSpPr>
        <p:spPr>
          <a:xfrm>
            <a:off x="64008" y="2551176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Front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3" name="Text 230">
            <a:extLst>
              <a:ext uri="{FF2B5EF4-FFF2-40B4-BE49-F238E27FC236}">
                <a16:creationId xmlns:a16="http://schemas.microsoft.com/office/drawing/2014/main" id="{E52BCAA4-6858-FA45-E022-0A9C75D59EE4}"/>
              </a:ext>
            </a:extLst>
          </p:cNvPr>
          <p:cNvSpPr/>
          <p:nvPr/>
        </p:nvSpPr>
        <p:spPr>
          <a:xfrm>
            <a:off x="539496" y="2487168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Carlos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4" name="Text 231">
            <a:extLst>
              <a:ext uri="{FF2B5EF4-FFF2-40B4-BE49-F238E27FC236}">
                <a16:creationId xmlns:a16="http://schemas.microsoft.com/office/drawing/2014/main" id="{CE368059-26B8-3483-5B56-0DBE0B1BC0C7}"/>
              </a:ext>
            </a:extLst>
          </p:cNvPr>
          <p:cNvSpPr/>
          <p:nvPr/>
        </p:nvSpPr>
        <p:spPr>
          <a:xfrm>
            <a:off x="1453896" y="2487168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Dev Front-end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5" name="Shape 232">
            <a:extLst>
              <a:ext uri="{FF2B5EF4-FFF2-40B4-BE49-F238E27FC236}">
                <a16:creationId xmlns:a16="http://schemas.microsoft.com/office/drawing/2014/main" id="{85CC4DFB-9301-7249-86CC-9E847FFBA239}"/>
              </a:ext>
            </a:extLst>
          </p:cNvPr>
          <p:cNvSpPr/>
          <p:nvPr/>
        </p:nvSpPr>
        <p:spPr>
          <a:xfrm>
            <a:off x="2587751" y="2560320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1D4ED8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6" name="Text 233">
            <a:extLst>
              <a:ext uri="{FF2B5EF4-FFF2-40B4-BE49-F238E27FC236}">
                <a16:creationId xmlns:a16="http://schemas.microsoft.com/office/drawing/2014/main" id="{2AC8B4F1-22D7-88FD-A9FE-AD9EBA65C729}"/>
              </a:ext>
            </a:extLst>
          </p:cNvPr>
          <p:cNvSpPr/>
          <p:nvPr/>
        </p:nvSpPr>
        <p:spPr>
          <a:xfrm>
            <a:off x="2587751" y="2560320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1D4ED8"/>
                </a:solidFill>
                <a:uFillTx/>
                <a:latin typeface="Calibri"/>
              </a:rPr>
              <a:t>Pleno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7" name="Text 234">
            <a:extLst>
              <a:ext uri="{FF2B5EF4-FFF2-40B4-BE49-F238E27FC236}">
                <a16:creationId xmlns:a16="http://schemas.microsoft.com/office/drawing/2014/main" id="{1BDE606E-5C31-9478-BA03-7F8FEE0220FE}"/>
              </a:ext>
            </a:extLst>
          </p:cNvPr>
          <p:cNvSpPr/>
          <p:nvPr/>
        </p:nvSpPr>
        <p:spPr>
          <a:xfrm>
            <a:off x="3300984" y="2487168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19h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8" name="Text 235">
            <a:extLst>
              <a:ext uri="{FF2B5EF4-FFF2-40B4-BE49-F238E27FC236}">
                <a16:creationId xmlns:a16="http://schemas.microsoft.com/office/drawing/2014/main" id="{8F3D2C30-4659-CBE9-1840-C126911220AA}"/>
              </a:ext>
            </a:extLst>
          </p:cNvPr>
          <p:cNvSpPr/>
          <p:nvPr/>
        </p:nvSpPr>
        <p:spPr>
          <a:xfrm>
            <a:off x="3822191" y="2487168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19h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9" name="Text 236">
            <a:extLst>
              <a:ext uri="{FF2B5EF4-FFF2-40B4-BE49-F238E27FC236}">
                <a16:creationId xmlns:a16="http://schemas.microsoft.com/office/drawing/2014/main" id="{BA615407-78BE-70AE-8DF8-C64B169BFECD}"/>
              </a:ext>
            </a:extLst>
          </p:cNvPr>
          <p:cNvSpPr/>
          <p:nvPr/>
        </p:nvSpPr>
        <p:spPr>
          <a:xfrm>
            <a:off x="4343400" y="2487168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 dirty="0">
                <a:solidFill>
                  <a:srgbClr val="EA580C"/>
                </a:solidFill>
                <a:uFillTx/>
                <a:latin typeface="Calibri"/>
              </a:rPr>
              <a:t>0h</a:t>
            </a:r>
          </a:p>
        </p:txBody>
      </p:sp>
      <p:sp>
        <p:nvSpPr>
          <p:cNvPr id="110" name="Shape 237">
            <a:extLst>
              <a:ext uri="{FF2B5EF4-FFF2-40B4-BE49-F238E27FC236}">
                <a16:creationId xmlns:a16="http://schemas.microsoft.com/office/drawing/2014/main" id="{9B2A1859-3E67-ECE5-1E54-25A777612032}"/>
              </a:ext>
            </a:extLst>
          </p:cNvPr>
          <p:cNvSpPr/>
          <p:nvPr/>
        </p:nvSpPr>
        <p:spPr>
          <a:xfrm>
            <a:off x="4892040" y="2532888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1" name="Text 238">
            <a:extLst>
              <a:ext uri="{FF2B5EF4-FFF2-40B4-BE49-F238E27FC236}">
                <a16:creationId xmlns:a16="http://schemas.microsoft.com/office/drawing/2014/main" id="{3239944E-ED72-9C73-B8B0-E2D167A7DC68}"/>
              </a:ext>
            </a:extLst>
          </p:cNvPr>
          <p:cNvSpPr/>
          <p:nvPr/>
        </p:nvSpPr>
        <p:spPr>
          <a:xfrm>
            <a:off x="4892040" y="2487168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>
                <a:solidFill>
                  <a:srgbClr val="1D4ED8"/>
                </a:solidFill>
                <a:latin typeface="Calibri"/>
              </a:rPr>
              <a:t>19</a:t>
            </a:r>
            <a:r>
              <a:rPr lang="en-US" sz="850" b="1" i="0" u="none" strike="noStrike" kern="1200" cap="none" spc="0" baseline="0" dirty="0">
                <a:solidFill>
                  <a:srgbClr val="1D4ED8"/>
                </a:solidFill>
                <a:uFillTx/>
                <a:latin typeface="Calibri"/>
              </a:rPr>
              <a:t>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2" name="Text 239">
            <a:extLst>
              <a:ext uri="{FF2B5EF4-FFF2-40B4-BE49-F238E27FC236}">
                <a16:creationId xmlns:a16="http://schemas.microsoft.com/office/drawing/2014/main" id="{3283979F-9203-41AA-6D06-A3E38E1412EA}"/>
              </a:ext>
            </a:extLst>
          </p:cNvPr>
          <p:cNvSpPr/>
          <p:nvPr/>
        </p:nvSpPr>
        <p:spPr>
          <a:xfrm>
            <a:off x="5413248" y="2487168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—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3" name="Shape 240">
            <a:extLst>
              <a:ext uri="{FF2B5EF4-FFF2-40B4-BE49-F238E27FC236}">
                <a16:creationId xmlns:a16="http://schemas.microsoft.com/office/drawing/2014/main" id="{1A9E9DE9-666C-D28C-AA8F-17CC06231962}"/>
              </a:ext>
            </a:extLst>
          </p:cNvPr>
          <p:cNvSpPr/>
          <p:nvPr/>
        </p:nvSpPr>
        <p:spPr>
          <a:xfrm>
            <a:off x="6044183" y="2596896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5" name="Text 242">
            <a:extLst>
              <a:ext uri="{FF2B5EF4-FFF2-40B4-BE49-F238E27FC236}">
                <a16:creationId xmlns:a16="http://schemas.microsoft.com/office/drawing/2014/main" id="{C4D6ACE2-10D8-9ED4-B386-1D02810C6F49}"/>
              </a:ext>
            </a:extLst>
          </p:cNvPr>
          <p:cNvSpPr/>
          <p:nvPr/>
        </p:nvSpPr>
        <p:spPr>
          <a:xfrm>
            <a:off x="6995159" y="2487168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6" name="Shape 245">
            <a:extLst>
              <a:ext uri="{FF2B5EF4-FFF2-40B4-BE49-F238E27FC236}">
                <a16:creationId xmlns:a16="http://schemas.microsoft.com/office/drawing/2014/main" id="{C28173BA-DC66-8A89-3AD2-5D109DDBB901}"/>
              </a:ext>
            </a:extLst>
          </p:cNvPr>
          <p:cNvSpPr/>
          <p:nvPr/>
        </p:nvSpPr>
        <p:spPr>
          <a:xfrm>
            <a:off x="9043416" y="2560320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7" name="Text 246">
            <a:extLst>
              <a:ext uri="{FF2B5EF4-FFF2-40B4-BE49-F238E27FC236}">
                <a16:creationId xmlns:a16="http://schemas.microsoft.com/office/drawing/2014/main" id="{5420C54D-721A-3145-4059-6C4399AAA920}"/>
              </a:ext>
            </a:extLst>
          </p:cNvPr>
          <p:cNvSpPr/>
          <p:nvPr/>
        </p:nvSpPr>
        <p:spPr>
          <a:xfrm>
            <a:off x="9043416" y="2560320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>No plano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8" name="Shape 247">
            <a:extLst>
              <a:ext uri="{FF2B5EF4-FFF2-40B4-BE49-F238E27FC236}">
                <a16:creationId xmlns:a16="http://schemas.microsoft.com/office/drawing/2014/main" id="{705702C1-7763-9BAC-46DE-C46664ACE92E}"/>
              </a:ext>
            </a:extLst>
          </p:cNvPr>
          <p:cNvSpPr/>
          <p:nvPr/>
        </p:nvSpPr>
        <p:spPr>
          <a:xfrm>
            <a:off x="0" y="4718303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9" name="Shape 248">
            <a:extLst>
              <a:ext uri="{FF2B5EF4-FFF2-40B4-BE49-F238E27FC236}">
                <a16:creationId xmlns:a16="http://schemas.microsoft.com/office/drawing/2014/main" id="{679723A6-8679-181B-AAC8-E76D897EDC73}"/>
              </a:ext>
            </a:extLst>
          </p:cNvPr>
          <p:cNvSpPr/>
          <p:nvPr/>
        </p:nvSpPr>
        <p:spPr>
          <a:xfrm>
            <a:off x="64008" y="2830068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59669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0" name="Text 249">
            <a:extLst>
              <a:ext uri="{FF2B5EF4-FFF2-40B4-BE49-F238E27FC236}">
                <a16:creationId xmlns:a16="http://schemas.microsoft.com/office/drawing/2014/main" id="{47F65413-5871-2647-8AA4-CA44E3A09C7E}"/>
              </a:ext>
            </a:extLst>
          </p:cNvPr>
          <p:cNvSpPr/>
          <p:nvPr/>
        </p:nvSpPr>
        <p:spPr>
          <a:xfrm>
            <a:off x="64008" y="2830068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QA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1" name="Text 250">
            <a:extLst>
              <a:ext uri="{FF2B5EF4-FFF2-40B4-BE49-F238E27FC236}">
                <a16:creationId xmlns:a16="http://schemas.microsoft.com/office/drawing/2014/main" id="{E0824660-B650-EE43-438B-A623ACD7063C}"/>
              </a:ext>
            </a:extLst>
          </p:cNvPr>
          <p:cNvSpPr/>
          <p:nvPr/>
        </p:nvSpPr>
        <p:spPr>
          <a:xfrm>
            <a:off x="539496" y="2766060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Marcio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2" name="Text 251">
            <a:extLst>
              <a:ext uri="{FF2B5EF4-FFF2-40B4-BE49-F238E27FC236}">
                <a16:creationId xmlns:a16="http://schemas.microsoft.com/office/drawing/2014/main" id="{7F2D5A4A-0F99-76F5-511D-8E57F0E6AC4E}"/>
              </a:ext>
            </a:extLst>
          </p:cNvPr>
          <p:cNvSpPr/>
          <p:nvPr/>
        </p:nvSpPr>
        <p:spPr>
          <a:xfrm>
            <a:off x="1453896" y="2766060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QA Engineer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3" name="Shape 252">
            <a:extLst>
              <a:ext uri="{FF2B5EF4-FFF2-40B4-BE49-F238E27FC236}">
                <a16:creationId xmlns:a16="http://schemas.microsoft.com/office/drawing/2014/main" id="{E4FA3B8D-D28C-87C9-B2E4-A832881DB65B}"/>
              </a:ext>
            </a:extLst>
          </p:cNvPr>
          <p:cNvSpPr/>
          <p:nvPr/>
        </p:nvSpPr>
        <p:spPr>
          <a:xfrm>
            <a:off x="2587751" y="2839212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4" name="Text 253">
            <a:extLst>
              <a:ext uri="{FF2B5EF4-FFF2-40B4-BE49-F238E27FC236}">
                <a16:creationId xmlns:a16="http://schemas.microsoft.com/office/drawing/2014/main" id="{30395E2A-CBB9-B201-ABE9-BA013621A4A2}"/>
              </a:ext>
            </a:extLst>
          </p:cNvPr>
          <p:cNvSpPr/>
          <p:nvPr/>
        </p:nvSpPr>
        <p:spPr>
          <a:xfrm>
            <a:off x="2587751" y="2839212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>Sênior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5" name="Text 254">
            <a:extLst>
              <a:ext uri="{FF2B5EF4-FFF2-40B4-BE49-F238E27FC236}">
                <a16:creationId xmlns:a16="http://schemas.microsoft.com/office/drawing/2014/main" id="{69751A75-E173-7B2B-9BED-636EBFE12818}"/>
              </a:ext>
            </a:extLst>
          </p:cNvPr>
          <p:cNvSpPr/>
          <p:nvPr/>
        </p:nvSpPr>
        <p:spPr>
          <a:xfrm>
            <a:off x="3300984" y="2766060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0h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6" name="Text 255">
            <a:extLst>
              <a:ext uri="{FF2B5EF4-FFF2-40B4-BE49-F238E27FC236}">
                <a16:creationId xmlns:a16="http://schemas.microsoft.com/office/drawing/2014/main" id="{D4B76099-FDF1-6781-ECA7-945372BCC586}"/>
              </a:ext>
            </a:extLst>
          </p:cNvPr>
          <p:cNvSpPr/>
          <p:nvPr/>
        </p:nvSpPr>
        <p:spPr>
          <a:xfrm>
            <a:off x="3822191" y="2766060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dirty="0">
                <a:solidFill>
                  <a:srgbClr val="1E293B"/>
                </a:solidFill>
                <a:latin typeface="Calibri"/>
              </a:rPr>
              <a:t>0</a:t>
            </a: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7" name="Text 256">
            <a:extLst>
              <a:ext uri="{FF2B5EF4-FFF2-40B4-BE49-F238E27FC236}">
                <a16:creationId xmlns:a16="http://schemas.microsoft.com/office/drawing/2014/main" id="{40317F62-2489-7053-019B-7D1944950AC3}"/>
              </a:ext>
            </a:extLst>
          </p:cNvPr>
          <p:cNvSpPr/>
          <p:nvPr/>
        </p:nvSpPr>
        <p:spPr>
          <a:xfrm>
            <a:off x="4343400" y="2766060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EA580C"/>
                </a:solidFill>
                <a:uFillTx/>
                <a:latin typeface="Calibri"/>
              </a:rPr>
              <a:t>0h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8" name="Shape 257">
            <a:extLst>
              <a:ext uri="{FF2B5EF4-FFF2-40B4-BE49-F238E27FC236}">
                <a16:creationId xmlns:a16="http://schemas.microsoft.com/office/drawing/2014/main" id="{B99B8925-3FA8-2334-B495-818DEDE2FC36}"/>
              </a:ext>
            </a:extLst>
          </p:cNvPr>
          <p:cNvSpPr/>
          <p:nvPr/>
        </p:nvSpPr>
        <p:spPr>
          <a:xfrm>
            <a:off x="4892040" y="2811779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9" name="Text 258">
            <a:extLst>
              <a:ext uri="{FF2B5EF4-FFF2-40B4-BE49-F238E27FC236}">
                <a16:creationId xmlns:a16="http://schemas.microsoft.com/office/drawing/2014/main" id="{2DD9A4F9-1A6B-6111-2102-172DEB8D5B17}"/>
              </a:ext>
            </a:extLst>
          </p:cNvPr>
          <p:cNvSpPr/>
          <p:nvPr/>
        </p:nvSpPr>
        <p:spPr>
          <a:xfrm>
            <a:off x="4892040" y="2766060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>
                <a:solidFill>
                  <a:srgbClr val="1D4ED8"/>
                </a:solidFill>
                <a:latin typeface="Calibri"/>
              </a:rPr>
              <a:t>0h</a:t>
            </a:r>
            <a:endParaRPr lang="en-US" sz="85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Text 259">
            <a:extLst>
              <a:ext uri="{FF2B5EF4-FFF2-40B4-BE49-F238E27FC236}">
                <a16:creationId xmlns:a16="http://schemas.microsoft.com/office/drawing/2014/main" id="{0A386D83-8EC5-C8B3-9F6C-132E1E0F8485}"/>
              </a:ext>
            </a:extLst>
          </p:cNvPr>
          <p:cNvSpPr/>
          <p:nvPr/>
        </p:nvSpPr>
        <p:spPr>
          <a:xfrm>
            <a:off x="5413248" y="2766060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--</a:t>
            </a:r>
            <a:endParaRPr lang="en-US" sz="850" b="1" i="0" u="none" strike="noStrike" kern="1200" cap="none" spc="0" baseline="0" dirty="0">
              <a:solidFill>
                <a:srgbClr val="DC2626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31" name="Shape 260">
            <a:extLst>
              <a:ext uri="{FF2B5EF4-FFF2-40B4-BE49-F238E27FC236}">
                <a16:creationId xmlns:a16="http://schemas.microsoft.com/office/drawing/2014/main" id="{A629D118-E583-E9B0-5DD8-BC8E3A4AABD5}"/>
              </a:ext>
            </a:extLst>
          </p:cNvPr>
          <p:cNvSpPr/>
          <p:nvPr/>
        </p:nvSpPr>
        <p:spPr>
          <a:xfrm>
            <a:off x="6044183" y="2875788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3" name="Text 262">
            <a:extLst>
              <a:ext uri="{FF2B5EF4-FFF2-40B4-BE49-F238E27FC236}">
                <a16:creationId xmlns:a16="http://schemas.microsoft.com/office/drawing/2014/main" id="{8494010E-EFDA-8EAE-FA2A-5B43411552D4}"/>
              </a:ext>
            </a:extLst>
          </p:cNvPr>
          <p:cNvSpPr/>
          <p:nvPr/>
        </p:nvSpPr>
        <p:spPr>
          <a:xfrm>
            <a:off x="6995159" y="2766060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4" name="Shape 265">
            <a:extLst>
              <a:ext uri="{FF2B5EF4-FFF2-40B4-BE49-F238E27FC236}">
                <a16:creationId xmlns:a16="http://schemas.microsoft.com/office/drawing/2014/main" id="{B40705AE-F2BA-E60B-B063-E86A2750FF41}"/>
              </a:ext>
            </a:extLst>
          </p:cNvPr>
          <p:cNvSpPr/>
          <p:nvPr/>
        </p:nvSpPr>
        <p:spPr>
          <a:xfrm>
            <a:off x="9043416" y="2839212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5" name="Text 266">
            <a:extLst>
              <a:ext uri="{FF2B5EF4-FFF2-40B4-BE49-F238E27FC236}">
                <a16:creationId xmlns:a16="http://schemas.microsoft.com/office/drawing/2014/main" id="{1BDB70BF-5D01-165A-6A1B-DA0AD6420CDF}"/>
              </a:ext>
            </a:extLst>
          </p:cNvPr>
          <p:cNvSpPr/>
          <p:nvPr/>
        </p:nvSpPr>
        <p:spPr>
          <a:xfrm>
            <a:off x="9043416" y="2839212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>No plano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19" name="Shape 248">
            <a:extLst>
              <a:ext uri="{FF2B5EF4-FFF2-40B4-BE49-F238E27FC236}">
                <a16:creationId xmlns:a16="http://schemas.microsoft.com/office/drawing/2014/main" id="{679723A6-8679-181B-AAC8-E76D897EDC73}"/>
              </a:ext>
            </a:extLst>
          </p:cNvPr>
          <p:cNvSpPr/>
          <p:nvPr/>
        </p:nvSpPr>
        <p:spPr>
          <a:xfrm>
            <a:off x="64008" y="3108960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59669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0" name="Text 249">
            <a:extLst>
              <a:ext uri="{FF2B5EF4-FFF2-40B4-BE49-F238E27FC236}">
                <a16:creationId xmlns:a16="http://schemas.microsoft.com/office/drawing/2014/main" id="{47F65413-5871-2647-8AA4-CA44E3A09C7E}"/>
              </a:ext>
            </a:extLst>
          </p:cNvPr>
          <p:cNvSpPr/>
          <p:nvPr/>
        </p:nvSpPr>
        <p:spPr>
          <a:xfrm>
            <a:off x="64008" y="3108960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QA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1" name="Text 250">
            <a:extLst>
              <a:ext uri="{FF2B5EF4-FFF2-40B4-BE49-F238E27FC236}">
                <a16:creationId xmlns:a16="http://schemas.microsoft.com/office/drawing/2014/main" id="{E0824660-B650-EE43-438B-A623ACD7063C}"/>
              </a:ext>
            </a:extLst>
          </p:cNvPr>
          <p:cNvSpPr/>
          <p:nvPr/>
        </p:nvSpPr>
        <p:spPr>
          <a:xfrm>
            <a:off x="539496" y="3044952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>Matheus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2" name="Text 251">
            <a:extLst>
              <a:ext uri="{FF2B5EF4-FFF2-40B4-BE49-F238E27FC236}">
                <a16:creationId xmlns:a16="http://schemas.microsoft.com/office/drawing/2014/main" id="{7F2D5A4A-0F99-76F5-511D-8E57F0E6AC4E}"/>
              </a:ext>
            </a:extLst>
          </p:cNvPr>
          <p:cNvSpPr/>
          <p:nvPr/>
        </p:nvSpPr>
        <p:spPr>
          <a:xfrm>
            <a:off x="1453896" y="3044952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QA Engineer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3" name="Shape 252">
            <a:extLst>
              <a:ext uri="{FF2B5EF4-FFF2-40B4-BE49-F238E27FC236}">
                <a16:creationId xmlns:a16="http://schemas.microsoft.com/office/drawing/2014/main" id="{E4FA3B8D-D28C-87C9-B2E4-A832881DB65B}"/>
              </a:ext>
            </a:extLst>
          </p:cNvPr>
          <p:cNvSpPr/>
          <p:nvPr/>
        </p:nvSpPr>
        <p:spPr>
          <a:xfrm>
            <a:off x="2587751" y="3118104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4" name="Text 253">
            <a:extLst>
              <a:ext uri="{FF2B5EF4-FFF2-40B4-BE49-F238E27FC236}">
                <a16:creationId xmlns:a16="http://schemas.microsoft.com/office/drawing/2014/main" id="{30395E2A-CBB9-B201-ABE9-BA013621A4A2}"/>
              </a:ext>
            </a:extLst>
          </p:cNvPr>
          <p:cNvSpPr/>
          <p:nvPr/>
        </p:nvSpPr>
        <p:spPr>
          <a:xfrm>
            <a:off x="2587751" y="3118104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>Sênior</a:t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5" name="Text 254">
            <a:extLst>
              <a:ext uri="{FF2B5EF4-FFF2-40B4-BE49-F238E27FC236}">
                <a16:creationId xmlns:a16="http://schemas.microsoft.com/office/drawing/2014/main" id="{69751A75-E173-7B2B-9BED-636EBFE12818}"/>
              </a:ext>
            </a:extLst>
          </p:cNvPr>
          <p:cNvSpPr/>
          <p:nvPr/>
        </p:nvSpPr>
        <p:spPr>
          <a:xfrm>
            <a:off x="3300984" y="3044952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5h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6" name="Text 255">
            <a:extLst>
              <a:ext uri="{FF2B5EF4-FFF2-40B4-BE49-F238E27FC236}">
                <a16:creationId xmlns:a16="http://schemas.microsoft.com/office/drawing/2014/main" id="{D4B76099-FDF1-6781-ECA7-945372BCC586}"/>
              </a:ext>
            </a:extLst>
          </p:cNvPr>
          <p:cNvSpPr/>
          <p:nvPr/>
        </p:nvSpPr>
        <p:spPr>
          <a:xfrm>
            <a:off x="3822191" y="3044952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dirty="0">
                <a:solidFill>
                  <a:srgbClr val="1E293B"/>
                </a:solidFill>
                <a:latin typeface="Calibri"/>
              </a:rPr>
              <a:t>5</a:t>
            </a: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>h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7" name="Text 256">
            <a:extLst>
              <a:ext uri="{FF2B5EF4-FFF2-40B4-BE49-F238E27FC236}">
                <a16:creationId xmlns:a16="http://schemas.microsoft.com/office/drawing/2014/main" id="{40317F62-2489-7053-019B-7D1944950AC3}"/>
              </a:ext>
            </a:extLst>
          </p:cNvPr>
          <p:cNvSpPr/>
          <p:nvPr/>
        </p:nvSpPr>
        <p:spPr>
          <a:xfrm>
            <a:off x="4343400" y="3044952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EA580C"/>
                </a:solidFill>
                <a:uFillTx/>
                <a:latin typeface="Calibri"/>
              </a:rPr>
              <a:t>0h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8" name="Shape 257">
            <a:extLst>
              <a:ext uri="{FF2B5EF4-FFF2-40B4-BE49-F238E27FC236}">
                <a16:creationId xmlns:a16="http://schemas.microsoft.com/office/drawing/2014/main" id="{B99B8925-3FA8-2334-B495-818DEDE2FC36}"/>
              </a:ext>
            </a:extLst>
          </p:cNvPr>
          <p:cNvSpPr/>
          <p:nvPr/>
        </p:nvSpPr>
        <p:spPr>
          <a:xfrm>
            <a:off x="4892040" y="3090671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29" name="Text 258">
            <a:extLst>
              <a:ext uri="{FF2B5EF4-FFF2-40B4-BE49-F238E27FC236}">
                <a16:creationId xmlns:a16="http://schemas.microsoft.com/office/drawing/2014/main" id="{2DD9A4F9-1A6B-6111-2102-172DEB8D5B17}"/>
              </a:ext>
            </a:extLst>
          </p:cNvPr>
          <p:cNvSpPr/>
          <p:nvPr/>
        </p:nvSpPr>
        <p:spPr>
          <a:xfrm>
            <a:off x="4892040" y="3044952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>
                <a:solidFill>
                  <a:srgbClr val="1D4ED8"/>
                </a:solidFill>
                <a:latin typeface="Calibri"/>
              </a:rPr>
              <a:t>5h</a:t>
            </a:r>
            <a:endParaRPr lang="en-US" sz="85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0" name="Text 259">
            <a:extLst>
              <a:ext uri="{FF2B5EF4-FFF2-40B4-BE49-F238E27FC236}">
                <a16:creationId xmlns:a16="http://schemas.microsoft.com/office/drawing/2014/main" id="{0A386D83-8EC5-C8B3-9F6C-132E1E0F8485}"/>
              </a:ext>
            </a:extLst>
          </p:cNvPr>
          <p:cNvSpPr/>
          <p:nvPr/>
        </p:nvSpPr>
        <p:spPr>
          <a:xfrm>
            <a:off x="5413248" y="3044952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DC2626"/>
                </a:solidFill>
                <a:uFillTx/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2131" name="Shape 260">
            <a:extLst>
              <a:ext uri="{FF2B5EF4-FFF2-40B4-BE49-F238E27FC236}">
                <a16:creationId xmlns:a16="http://schemas.microsoft.com/office/drawing/2014/main" id="{A629D118-E583-E9B0-5DD8-BC8E3A4AABD5}"/>
              </a:ext>
            </a:extLst>
          </p:cNvPr>
          <p:cNvSpPr/>
          <p:nvPr/>
        </p:nvSpPr>
        <p:spPr>
          <a:xfrm>
            <a:off x="6044183" y="3154680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33" name="Text 262">
            <a:extLst>
              <a:ext uri="{FF2B5EF4-FFF2-40B4-BE49-F238E27FC236}">
                <a16:creationId xmlns:a16="http://schemas.microsoft.com/office/drawing/2014/main" id="{8494010E-EFDA-8EAE-FA2A-5B43411552D4}"/>
              </a:ext>
            </a:extLst>
          </p:cNvPr>
          <p:cNvSpPr/>
          <p:nvPr/>
        </p:nvSpPr>
        <p:spPr>
          <a:xfrm>
            <a:off x="6995159" y="3044952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34" name="Shape 265">
            <a:extLst>
              <a:ext uri="{FF2B5EF4-FFF2-40B4-BE49-F238E27FC236}">
                <a16:creationId xmlns:a16="http://schemas.microsoft.com/office/drawing/2014/main" id="{B40705AE-F2BA-E60B-B063-E86A2750FF41}"/>
              </a:ext>
            </a:extLst>
          </p:cNvPr>
          <p:cNvSpPr/>
          <p:nvPr/>
        </p:nvSpPr>
        <p:spPr>
          <a:xfrm>
            <a:off x="9043416" y="3118104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35" name="Text 266">
            <a:extLst>
              <a:ext uri="{FF2B5EF4-FFF2-40B4-BE49-F238E27FC236}">
                <a16:creationId xmlns:a16="http://schemas.microsoft.com/office/drawing/2014/main" id="{1BDB70BF-5D01-165A-6A1B-DA0AD6420CDF}"/>
              </a:ext>
            </a:extLst>
          </p:cNvPr>
          <p:cNvSpPr/>
          <p:nvPr/>
        </p:nvSpPr>
        <p:spPr>
          <a:xfrm>
            <a:off x="9043416" y="3118104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>Acima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59" name="Shape 248">
            <a:extLst>
              <a:ext uri="{FF2B5EF4-FFF2-40B4-BE49-F238E27FC236}">
                <a16:creationId xmlns:a16="http://schemas.microsoft.com/office/drawing/2014/main" id="{679723A6-8679-181B-AAC8-E76D897EDC73}"/>
              </a:ext>
            </a:extLst>
          </p:cNvPr>
          <p:cNvSpPr/>
          <p:nvPr/>
        </p:nvSpPr>
        <p:spPr>
          <a:xfrm>
            <a:off x="64008" y="3387852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A580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0" name="Text 249">
            <a:extLst>
              <a:ext uri="{FF2B5EF4-FFF2-40B4-BE49-F238E27FC236}">
                <a16:creationId xmlns:a16="http://schemas.microsoft.com/office/drawing/2014/main" id="{47F65413-5871-2647-8AA4-CA44E3A09C7E}"/>
              </a:ext>
            </a:extLst>
          </p:cNvPr>
          <p:cNvSpPr/>
          <p:nvPr/>
        </p:nvSpPr>
        <p:spPr>
          <a:xfrm>
            <a:off x="64008" y="3387852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/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1" name="Text 250">
            <a:extLst>
              <a:ext uri="{FF2B5EF4-FFF2-40B4-BE49-F238E27FC236}">
                <a16:creationId xmlns:a16="http://schemas.microsoft.com/office/drawing/2014/main" id="{E0824660-B650-EE43-438B-A623ACD7063C}"/>
              </a:ext>
            </a:extLst>
          </p:cNvPr>
          <p:cNvSpPr/>
          <p:nvPr/>
        </p:nvSpPr>
        <p:spPr>
          <a:xfrm>
            <a:off x="539496" y="3323844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2" name="Text 251">
            <a:extLst>
              <a:ext uri="{FF2B5EF4-FFF2-40B4-BE49-F238E27FC236}">
                <a16:creationId xmlns:a16="http://schemas.microsoft.com/office/drawing/2014/main" id="{7F2D5A4A-0F99-76F5-511D-8E57F0E6AC4E}"/>
              </a:ext>
            </a:extLst>
          </p:cNvPr>
          <p:cNvSpPr/>
          <p:nvPr/>
        </p:nvSpPr>
        <p:spPr>
          <a:xfrm>
            <a:off x="1453896" y="3323844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/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3" name="Shape 252">
            <a:extLst>
              <a:ext uri="{FF2B5EF4-FFF2-40B4-BE49-F238E27FC236}">
                <a16:creationId xmlns:a16="http://schemas.microsoft.com/office/drawing/2014/main" id="{E4FA3B8D-D28C-87C9-B2E4-A832881DB65B}"/>
              </a:ext>
            </a:extLst>
          </p:cNvPr>
          <p:cNvSpPr/>
          <p:nvPr/>
        </p:nvSpPr>
        <p:spPr>
          <a:xfrm>
            <a:off x="2587751" y="3396996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4" name="Text 253">
            <a:extLst>
              <a:ext uri="{FF2B5EF4-FFF2-40B4-BE49-F238E27FC236}">
                <a16:creationId xmlns:a16="http://schemas.microsoft.com/office/drawing/2014/main" id="{30395E2A-CBB9-B201-ABE9-BA013621A4A2}"/>
              </a:ext>
            </a:extLst>
          </p:cNvPr>
          <p:cNvSpPr/>
          <p:nvPr/>
        </p:nvSpPr>
        <p:spPr>
          <a:xfrm>
            <a:off x="2587751" y="3396996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/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5" name="Text 254">
            <a:extLst>
              <a:ext uri="{FF2B5EF4-FFF2-40B4-BE49-F238E27FC236}">
                <a16:creationId xmlns:a16="http://schemas.microsoft.com/office/drawing/2014/main" id="{69751A75-E173-7B2B-9BED-636EBFE12818}"/>
              </a:ext>
            </a:extLst>
          </p:cNvPr>
          <p:cNvSpPr/>
          <p:nvPr/>
        </p:nvSpPr>
        <p:spPr>
          <a:xfrm>
            <a:off x="3300984" y="332384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6" name="Text 255">
            <a:extLst>
              <a:ext uri="{FF2B5EF4-FFF2-40B4-BE49-F238E27FC236}">
                <a16:creationId xmlns:a16="http://schemas.microsoft.com/office/drawing/2014/main" id="{D4B76099-FDF1-6781-ECA7-945372BCC586}"/>
              </a:ext>
            </a:extLst>
          </p:cNvPr>
          <p:cNvSpPr/>
          <p:nvPr/>
        </p:nvSpPr>
        <p:spPr>
          <a:xfrm>
            <a:off x="3822191" y="332384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dirty="0">
                <a:solidFill>
                  <a:srgbClr val="1E293B"/>
                </a:solidFill>
                <a:latin typeface="Calibri"/>
              </a:rPr>
              <a:t/>
            </a: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7" name="Text 256">
            <a:extLst>
              <a:ext uri="{FF2B5EF4-FFF2-40B4-BE49-F238E27FC236}">
                <a16:creationId xmlns:a16="http://schemas.microsoft.com/office/drawing/2014/main" id="{40317F62-2489-7053-019B-7D1944950AC3}"/>
              </a:ext>
            </a:extLst>
          </p:cNvPr>
          <p:cNvSpPr/>
          <p:nvPr/>
        </p:nvSpPr>
        <p:spPr>
          <a:xfrm>
            <a:off x="4343400" y="3323844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>
                <a:solidFill>
                  <a:srgbClr val="EA580C"/>
                </a:solidFill>
                <a:latin typeface="Calibri"/>
              </a:rPr>
              <a:t/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8" name="Shape 257">
            <a:extLst>
              <a:ext uri="{FF2B5EF4-FFF2-40B4-BE49-F238E27FC236}">
                <a16:creationId xmlns:a16="http://schemas.microsoft.com/office/drawing/2014/main" id="{B99B8925-3FA8-2334-B495-818DEDE2FC36}"/>
              </a:ext>
            </a:extLst>
          </p:cNvPr>
          <p:cNvSpPr/>
          <p:nvPr/>
        </p:nvSpPr>
        <p:spPr>
          <a:xfrm>
            <a:off x="4892040" y="3369563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69" name="Text 258">
            <a:extLst>
              <a:ext uri="{FF2B5EF4-FFF2-40B4-BE49-F238E27FC236}">
                <a16:creationId xmlns:a16="http://schemas.microsoft.com/office/drawing/2014/main" id="{2DD9A4F9-1A6B-6111-2102-172DEB8D5B17}"/>
              </a:ext>
            </a:extLst>
          </p:cNvPr>
          <p:cNvSpPr/>
          <p:nvPr/>
        </p:nvSpPr>
        <p:spPr>
          <a:xfrm>
            <a:off x="4892040" y="3323844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>
                <a:solidFill>
                  <a:srgbClr val="1D4ED8"/>
                </a:solidFill>
                <a:latin typeface="Calibri"/>
              </a:rPr>
              <a:t/>
            </a:r>
            <a:endParaRPr lang="en-US" sz="85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0" name="Text 259">
            <a:extLst>
              <a:ext uri="{FF2B5EF4-FFF2-40B4-BE49-F238E27FC236}">
                <a16:creationId xmlns:a16="http://schemas.microsoft.com/office/drawing/2014/main" id="{0A386D83-8EC5-C8B3-9F6C-132E1E0F8485}"/>
              </a:ext>
            </a:extLst>
          </p:cNvPr>
          <p:cNvSpPr/>
          <p:nvPr/>
        </p:nvSpPr>
        <p:spPr>
          <a:xfrm>
            <a:off x="5413248" y="3323844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DC2626"/>
                </a:solidFill>
                <a:uFillTx/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71" name="Shape 260">
            <a:extLst>
              <a:ext uri="{FF2B5EF4-FFF2-40B4-BE49-F238E27FC236}">
                <a16:creationId xmlns:a16="http://schemas.microsoft.com/office/drawing/2014/main" id="{A629D118-E583-E9B0-5DD8-BC8E3A4AABD5}"/>
              </a:ext>
            </a:extLst>
          </p:cNvPr>
          <p:cNvSpPr/>
          <p:nvPr/>
        </p:nvSpPr>
        <p:spPr>
          <a:xfrm>
            <a:off x="6044183" y="3433572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73" name="Text 262">
            <a:extLst>
              <a:ext uri="{FF2B5EF4-FFF2-40B4-BE49-F238E27FC236}">
                <a16:creationId xmlns:a16="http://schemas.microsoft.com/office/drawing/2014/main" id="{8494010E-EFDA-8EAE-FA2A-5B43411552D4}"/>
              </a:ext>
            </a:extLst>
          </p:cNvPr>
          <p:cNvSpPr/>
          <p:nvPr/>
        </p:nvSpPr>
        <p:spPr>
          <a:xfrm>
            <a:off x="6995159" y="3323844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74" name="Shape 265">
            <a:extLst>
              <a:ext uri="{FF2B5EF4-FFF2-40B4-BE49-F238E27FC236}">
                <a16:creationId xmlns:a16="http://schemas.microsoft.com/office/drawing/2014/main" id="{B40705AE-F2BA-E60B-B063-E86A2750FF41}"/>
              </a:ext>
            </a:extLst>
          </p:cNvPr>
          <p:cNvSpPr/>
          <p:nvPr/>
        </p:nvSpPr>
        <p:spPr>
          <a:xfrm>
            <a:off x="9043416" y="3396996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DF4"/>
          </a:solidFill>
          <a:ln w="6345" cap="flat">
            <a:solidFill>
              <a:srgbClr val="22C55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75" name="Text 266">
            <a:extLst>
              <a:ext uri="{FF2B5EF4-FFF2-40B4-BE49-F238E27FC236}">
                <a16:creationId xmlns:a16="http://schemas.microsoft.com/office/drawing/2014/main" id="{1BDB70BF-5D01-165A-6A1B-DA0AD6420CDF}"/>
              </a:ext>
            </a:extLst>
          </p:cNvPr>
          <p:cNvSpPr/>
          <p:nvPr/>
        </p:nvSpPr>
        <p:spPr>
          <a:xfrm>
            <a:off x="9043416" y="3396996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91B1B"/>
                </a:solidFill>
                <a:uFillTx/>
                <a:latin typeface="Calibri"/>
              </a:rPr>
              <a:t/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79" name="Shape 248">
            <a:extLst>
              <a:ext uri="{FF2B5EF4-FFF2-40B4-BE49-F238E27FC236}">
                <a16:creationId xmlns:a16="http://schemas.microsoft.com/office/drawing/2014/main" id="{679723A6-8679-181B-AAC8-E76D897EDC73}"/>
              </a:ext>
            </a:extLst>
          </p:cNvPr>
          <p:cNvSpPr/>
          <p:nvPr/>
        </p:nvSpPr>
        <p:spPr>
          <a:xfrm>
            <a:off x="64008" y="3666744"/>
            <a:ext cx="420624" cy="155448"/>
          </a:xfrm>
          <a:custGeom>
            <a:avLst>
              <a:gd name="f0" fmla="val 50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0" name="Text 249">
            <a:extLst>
              <a:ext uri="{FF2B5EF4-FFF2-40B4-BE49-F238E27FC236}">
                <a16:creationId xmlns:a16="http://schemas.microsoft.com/office/drawing/2014/main" id="{47F65413-5871-2647-8AA4-CA44E3A09C7E}"/>
              </a:ext>
            </a:extLst>
          </p:cNvPr>
          <p:cNvSpPr/>
          <p:nvPr/>
        </p:nvSpPr>
        <p:spPr>
          <a:xfrm>
            <a:off x="64008" y="3666744"/>
            <a:ext cx="420624" cy="1554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/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1" name="Text 250">
            <a:extLst>
              <a:ext uri="{FF2B5EF4-FFF2-40B4-BE49-F238E27FC236}">
                <a16:creationId xmlns:a16="http://schemas.microsoft.com/office/drawing/2014/main" id="{E0824660-B650-EE43-438B-A623ACD7063C}"/>
              </a:ext>
            </a:extLst>
          </p:cNvPr>
          <p:cNvSpPr/>
          <p:nvPr/>
        </p:nvSpPr>
        <p:spPr>
          <a:xfrm>
            <a:off x="539496" y="3602736"/>
            <a:ext cx="8961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93B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2" name="Text 251">
            <a:extLst>
              <a:ext uri="{FF2B5EF4-FFF2-40B4-BE49-F238E27FC236}">
                <a16:creationId xmlns:a16="http://schemas.microsoft.com/office/drawing/2014/main" id="{7F2D5A4A-0F99-76F5-511D-8E57F0E6AC4E}"/>
              </a:ext>
            </a:extLst>
          </p:cNvPr>
          <p:cNvSpPr/>
          <p:nvPr/>
        </p:nvSpPr>
        <p:spPr>
          <a:xfrm>
            <a:off x="1453896" y="3602736"/>
            <a:ext cx="109728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/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3" name="Shape 252">
            <a:extLst>
              <a:ext uri="{FF2B5EF4-FFF2-40B4-BE49-F238E27FC236}">
                <a16:creationId xmlns:a16="http://schemas.microsoft.com/office/drawing/2014/main" id="{E4FA3B8D-D28C-87C9-B2E4-A832881DB65B}"/>
              </a:ext>
            </a:extLst>
          </p:cNvPr>
          <p:cNvSpPr/>
          <p:nvPr/>
        </p:nvSpPr>
        <p:spPr>
          <a:xfrm>
            <a:off x="2587751" y="3675888"/>
            <a:ext cx="658368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1F5F9"/>
          </a:solidFill>
          <a:ln w="8887" cap="flat">
            <a:solidFill>
              <a:srgbClr val="0F766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4" name="Text 253">
            <a:extLst>
              <a:ext uri="{FF2B5EF4-FFF2-40B4-BE49-F238E27FC236}">
                <a16:creationId xmlns:a16="http://schemas.microsoft.com/office/drawing/2014/main" id="{30395E2A-CBB9-B201-ABE9-BA013621A4A2}"/>
              </a:ext>
            </a:extLst>
          </p:cNvPr>
          <p:cNvSpPr/>
          <p:nvPr/>
        </p:nvSpPr>
        <p:spPr>
          <a:xfrm>
            <a:off x="2587751" y="3675888"/>
            <a:ext cx="658368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50" b="0" i="0" u="none" strike="noStrike" kern="1200" cap="none" spc="0" baseline="0">
                <a:solidFill>
                  <a:srgbClr val="0F766E"/>
                </a:solidFill>
                <a:uFillTx/>
                <a:latin typeface="Calibri"/>
              </a:rPr>
              <a:t/>
            </a:r>
            <a:endParaRPr lang="en-US" sz="6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5" name="Text 254">
            <a:extLst>
              <a:ext uri="{FF2B5EF4-FFF2-40B4-BE49-F238E27FC236}">
                <a16:creationId xmlns:a16="http://schemas.microsoft.com/office/drawing/2014/main" id="{69751A75-E173-7B2B-9BED-636EBFE12818}"/>
              </a:ext>
            </a:extLst>
          </p:cNvPr>
          <p:cNvSpPr/>
          <p:nvPr/>
        </p:nvSpPr>
        <p:spPr>
          <a:xfrm>
            <a:off x="3300984" y="3602736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dirty="0">
                <a:solidFill>
                  <a:srgbClr val="1E293B"/>
                </a:solidFill>
                <a:latin typeface="Calibri"/>
              </a:rPr>
              <a:t/>
            </a: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6" name="Text 255">
            <a:extLst>
              <a:ext uri="{FF2B5EF4-FFF2-40B4-BE49-F238E27FC236}">
                <a16:creationId xmlns:a16="http://schemas.microsoft.com/office/drawing/2014/main" id="{D4B76099-FDF1-6781-ECA7-945372BCC586}"/>
              </a:ext>
            </a:extLst>
          </p:cNvPr>
          <p:cNvSpPr/>
          <p:nvPr/>
        </p:nvSpPr>
        <p:spPr>
          <a:xfrm>
            <a:off x="3822191" y="3602736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dirty="0">
                <a:solidFill>
                  <a:srgbClr val="1E293B"/>
                </a:solidFill>
                <a:latin typeface="Calibri"/>
              </a:rPr>
              <a:t/>
            </a:r>
            <a:r>
              <a:rPr lang="en-US" sz="850" b="0" i="0" u="none" strike="noStrike" kern="1200" cap="none" spc="0" baseline="0" dirty="0">
                <a:solidFill>
                  <a:srgbClr val="1E293B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7" name="Text 256">
            <a:extLst>
              <a:ext uri="{FF2B5EF4-FFF2-40B4-BE49-F238E27FC236}">
                <a16:creationId xmlns:a16="http://schemas.microsoft.com/office/drawing/2014/main" id="{40317F62-2489-7053-019B-7D1944950AC3}"/>
              </a:ext>
            </a:extLst>
          </p:cNvPr>
          <p:cNvSpPr/>
          <p:nvPr/>
        </p:nvSpPr>
        <p:spPr>
          <a:xfrm>
            <a:off x="4343400" y="3602736"/>
            <a:ext cx="53035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>
                <a:solidFill>
                  <a:srgbClr val="EA580C"/>
                </a:solidFill>
                <a:latin typeface="Calibri"/>
              </a:rPr>
              <a:t/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8" name="Shape 257">
            <a:extLst>
              <a:ext uri="{FF2B5EF4-FFF2-40B4-BE49-F238E27FC236}">
                <a16:creationId xmlns:a16="http://schemas.microsoft.com/office/drawing/2014/main" id="{B99B8925-3FA8-2334-B495-818DEDE2FC36}"/>
              </a:ext>
            </a:extLst>
          </p:cNvPr>
          <p:cNvSpPr/>
          <p:nvPr/>
        </p:nvSpPr>
        <p:spPr>
          <a:xfrm>
            <a:off x="4892040" y="3648455"/>
            <a:ext cx="502920" cy="187452"/>
          </a:xfrm>
          <a:prstGeom prst="rect">
            <a:avLst/>
          </a:prstGeom>
          <a:solidFill>
            <a:srgbClr val="EFF6FF"/>
          </a:solidFill>
          <a:ln w="6345" cap="flat">
            <a:solidFill>
              <a:srgbClr val="BFDBFE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89" name="Text 258">
            <a:extLst>
              <a:ext uri="{FF2B5EF4-FFF2-40B4-BE49-F238E27FC236}">
                <a16:creationId xmlns:a16="http://schemas.microsoft.com/office/drawing/2014/main" id="{2DD9A4F9-1A6B-6111-2102-172DEB8D5B17}"/>
              </a:ext>
            </a:extLst>
          </p:cNvPr>
          <p:cNvSpPr/>
          <p:nvPr/>
        </p:nvSpPr>
        <p:spPr>
          <a:xfrm>
            <a:off x="4892040" y="3602736"/>
            <a:ext cx="50292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dirty="0" err="1">
                <a:solidFill>
                  <a:srgbClr val="1D4ED8"/>
                </a:solidFill>
                <a:latin typeface="Calibri"/>
              </a:rPr>
              <a:t/>
            </a:r>
            <a:r>
              <a:rPr lang="en-US" sz="850" b="1" i="0" u="none" strike="noStrike" kern="1200" cap="none" spc="0" baseline="0" dirty="0" err="1">
                <a:solidFill>
                  <a:srgbClr val="1D4ED8"/>
                </a:solidFill>
                <a:uFillTx/>
                <a:latin typeface="Calibri"/>
              </a:rPr>
              <a:t/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90" name="Text 259">
            <a:extLst>
              <a:ext uri="{FF2B5EF4-FFF2-40B4-BE49-F238E27FC236}">
                <a16:creationId xmlns:a16="http://schemas.microsoft.com/office/drawing/2014/main" id="{0A386D83-8EC5-C8B3-9F6C-132E1E0F8485}"/>
              </a:ext>
            </a:extLst>
          </p:cNvPr>
          <p:cNvSpPr/>
          <p:nvPr/>
        </p:nvSpPr>
        <p:spPr>
          <a:xfrm>
            <a:off x="5413248" y="3602736"/>
            <a:ext cx="594360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DC2626"/>
                </a:solidFill>
                <a:uFillTx/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91" name="Shape 260">
            <a:extLst>
              <a:ext uri="{FF2B5EF4-FFF2-40B4-BE49-F238E27FC236}">
                <a16:creationId xmlns:a16="http://schemas.microsoft.com/office/drawing/2014/main" id="{A629D118-E583-E9B0-5DD8-BC8E3A4AABD5}"/>
              </a:ext>
            </a:extLst>
          </p:cNvPr>
          <p:cNvSpPr/>
          <p:nvPr/>
        </p:nvSpPr>
        <p:spPr>
          <a:xfrm>
            <a:off x="6044183" y="3712464"/>
            <a:ext cx="914400" cy="82296"/>
          </a:xfrm>
          <a:prstGeom prst="rect">
            <a:avLst/>
          </a:prstGeom>
          <a:solidFill>
            <a:srgbClr val="E2E8F0"/>
          </a:solidFill>
          <a:ln w="12701" cap="flat">
            <a:solidFill>
              <a:srgbClr val="E2E8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93" name="Text 262">
            <a:extLst>
              <a:ext uri="{FF2B5EF4-FFF2-40B4-BE49-F238E27FC236}">
                <a16:creationId xmlns:a16="http://schemas.microsoft.com/office/drawing/2014/main" id="{8494010E-EFDA-8EAE-FA2A-5B43411552D4}"/>
              </a:ext>
            </a:extLst>
          </p:cNvPr>
          <p:cNvSpPr/>
          <p:nvPr/>
        </p:nvSpPr>
        <p:spPr>
          <a:xfrm>
            <a:off x="6995159" y="3602736"/>
            <a:ext cx="438912" cy="2788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94" name="Shape 265">
            <a:extLst>
              <a:ext uri="{FF2B5EF4-FFF2-40B4-BE49-F238E27FC236}">
                <a16:creationId xmlns:a16="http://schemas.microsoft.com/office/drawing/2014/main" id="{B40705AE-F2BA-E60B-B063-E86A2750FF41}"/>
              </a:ext>
            </a:extLst>
          </p:cNvPr>
          <p:cNvSpPr/>
          <p:nvPr/>
        </p:nvSpPr>
        <p:spPr>
          <a:xfrm>
            <a:off x="9043416" y="3675888"/>
            <a:ext cx="822960" cy="137160"/>
          </a:xfrm>
          <a:custGeom>
            <a:avLst>
              <a:gd name="f0" fmla="val 57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BEB"/>
          </a:solidFill>
          <a:ln w="6345" cap="flat">
            <a:solidFill>
              <a:srgbClr val="F59E0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95" name="Text 266">
            <a:extLst>
              <a:ext uri="{FF2B5EF4-FFF2-40B4-BE49-F238E27FC236}">
                <a16:creationId xmlns:a16="http://schemas.microsoft.com/office/drawing/2014/main" id="{1BDB70BF-5D01-165A-6A1B-DA0AD6420CDF}"/>
              </a:ext>
            </a:extLst>
          </p:cNvPr>
          <p:cNvSpPr/>
          <p:nvPr/>
        </p:nvSpPr>
        <p:spPr>
          <a:xfrm>
            <a:off x="9043416" y="3675888"/>
            <a:ext cx="822960" cy="137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1" i="0" u="none" strike="noStrike" kern="1200" cap="none" spc="0" baseline="0">
                <a:solidFill>
                  <a:srgbClr val="92400E"/>
                </a:solidFill>
                <a:uFillTx/>
                <a:latin typeface="Calibri"/>
              </a:rPr>
              <a:t/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6" name="Shape 267">
            <a:extLst>
              <a:ext uri="{FF2B5EF4-FFF2-40B4-BE49-F238E27FC236}">
                <a16:creationId xmlns:a16="http://schemas.microsoft.com/office/drawing/2014/main" id="{B877A90E-4979-44D0-A12F-13A60C2DBC0C}"/>
              </a:ext>
            </a:extLst>
          </p:cNvPr>
          <p:cNvSpPr/>
          <p:nvPr/>
        </p:nvSpPr>
        <p:spPr>
          <a:xfrm>
            <a:off x="0" y="4997196"/>
            <a:ext cx="12161520" cy="278892"/>
          </a:xfrm>
          <a:prstGeom prst="rect">
            <a:avLst/>
          </a:prstGeom>
          <a:solidFill>
            <a:srgbClr val="F1F5F9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7" name="Shape 287">
            <a:extLst>
              <a:ext uri="{FF2B5EF4-FFF2-40B4-BE49-F238E27FC236}">
                <a16:creationId xmlns:a16="http://schemas.microsoft.com/office/drawing/2014/main" id="{80DD4676-3AC8-99E6-DEAF-78DFFB5159B2}"/>
              </a:ext>
            </a:extLst>
          </p:cNvPr>
          <p:cNvSpPr/>
          <p:nvPr/>
        </p:nvSpPr>
        <p:spPr>
          <a:xfrm>
            <a:off x="0" y="5276088"/>
            <a:ext cx="12161520" cy="278892"/>
          </a:xfrm>
          <a:prstGeom prst="rect">
            <a:avLst/>
          </a:prstGeom>
          <a:solidFill>
            <a:srgbClr val="FFFFFF"/>
          </a:solidFill>
          <a:ln w="3813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8" name="Text 21">
            <a:extLst>
              <a:ext uri="{FF2B5EF4-FFF2-40B4-BE49-F238E27FC236}">
                <a16:creationId xmlns:a16="http://schemas.microsoft.com/office/drawing/2014/main" id="{AD2083F8-A928-976C-4D56-5A2407093EA3}"/>
              </a:ext>
            </a:extLst>
          </p:cNvPr>
          <p:cNvSpPr/>
          <p:nvPr/>
        </p:nvSpPr>
        <p:spPr>
          <a:xfrm>
            <a:off x="6080759" y="786384"/>
            <a:ext cx="1953771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Hora Extra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9" name="Shape 10">
            <a:extLst>
              <a:ext uri="{FF2B5EF4-FFF2-40B4-BE49-F238E27FC236}">
                <a16:creationId xmlns:a16="http://schemas.microsoft.com/office/drawing/2014/main" id="{5B1C4C60-5B62-188C-CF67-BBCFAE42FAD8}"/>
              </a:ext>
            </a:extLst>
          </p:cNvPr>
          <p:cNvSpPr/>
          <p:nvPr/>
        </p:nvSpPr>
        <p:spPr>
          <a:xfrm>
            <a:off x="4066035" y="704088"/>
            <a:ext cx="2026923" cy="749808"/>
          </a:xfrm>
          <a:prstGeom prst="rect">
            <a:avLst/>
          </a:prstGeom>
          <a:solidFill>
            <a:srgbClr val="F3E8FF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0" name="Text 11">
            <a:extLst>
              <a:ext uri="{FF2B5EF4-FFF2-40B4-BE49-F238E27FC236}">
                <a16:creationId xmlns:a16="http://schemas.microsoft.com/office/drawing/2014/main" id="{DF535518-0A2D-D9AD-03DF-EB57201529AE}"/>
              </a:ext>
            </a:extLst>
          </p:cNvPr>
          <p:cNvSpPr/>
          <p:nvPr/>
        </p:nvSpPr>
        <p:spPr>
          <a:xfrm>
            <a:off x="4102611" y="694944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H. Realizada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1" name="Text 12">
            <a:extLst>
              <a:ext uri="{FF2B5EF4-FFF2-40B4-BE49-F238E27FC236}">
                <a16:creationId xmlns:a16="http://schemas.microsoft.com/office/drawing/2014/main" id="{66CCCC7A-5541-0346-01A4-522466C0D2DC}"/>
              </a:ext>
            </a:extLst>
          </p:cNvPr>
          <p:cNvSpPr/>
          <p:nvPr/>
        </p:nvSpPr>
        <p:spPr>
          <a:xfrm>
            <a:off x="4096411" y="841248"/>
            <a:ext cx="1953771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7C3AED"/>
                </a:solidFill>
                <a:latin typeface="Calibri"/>
              </a:rPr>
              <a:t>24</a:t>
            </a:r>
            <a:r>
              <a:rPr lang="en-US" sz="1800" b="1" i="0" u="none" strike="noStrike" kern="1200" cap="none" spc="0" baseline="0" dirty="0">
                <a:solidFill>
                  <a:srgbClr val="7C3AED"/>
                </a:solidFill>
                <a:uFillTx/>
                <a:latin typeface="Calibri"/>
              </a:rPr>
              <a:t>h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2" name="Text 13">
            <a:extLst>
              <a:ext uri="{FF2B5EF4-FFF2-40B4-BE49-F238E27FC236}">
                <a16:creationId xmlns:a16="http://schemas.microsoft.com/office/drawing/2014/main" id="{E8F40C79-E248-57B9-971C-B641E9C7DB2C}"/>
              </a:ext>
            </a:extLst>
          </p:cNvPr>
          <p:cNvSpPr/>
          <p:nvPr/>
        </p:nvSpPr>
        <p:spPr>
          <a:xfrm>
            <a:off x="4084323" y="1097280"/>
            <a:ext cx="1953771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3 ×cap.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3" name="Text 23">
            <a:extLst>
              <a:ext uri="{FF2B5EF4-FFF2-40B4-BE49-F238E27FC236}">
                <a16:creationId xmlns:a16="http://schemas.microsoft.com/office/drawing/2014/main" id="{E17AFEFB-FF62-9616-80EF-ED100C306E86}"/>
              </a:ext>
            </a:extLst>
          </p:cNvPr>
          <p:cNvSpPr/>
          <p:nvPr/>
        </p:nvSpPr>
        <p:spPr>
          <a:xfrm>
            <a:off x="4838703" y="1065276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H. Retrabalho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4" name="Text 24">
            <a:extLst>
              <a:ext uri="{FF2B5EF4-FFF2-40B4-BE49-F238E27FC236}">
                <a16:creationId xmlns:a16="http://schemas.microsoft.com/office/drawing/2014/main" id="{941EB814-28D3-7F80-68D1-CCCE8FD5CF61}"/>
              </a:ext>
            </a:extLst>
          </p:cNvPr>
          <p:cNvSpPr/>
          <p:nvPr/>
        </p:nvSpPr>
        <p:spPr>
          <a:xfrm>
            <a:off x="5171169" y="1199482"/>
            <a:ext cx="1603007" cy="23184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9F1239"/>
                </a:solidFill>
                <a:uFillTx/>
                <a:latin typeface="Calibri"/>
              </a:rPr>
              <a:t>0h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5" name="Text 23">
            <a:extLst>
              <a:ext uri="{FF2B5EF4-FFF2-40B4-BE49-F238E27FC236}">
                <a16:creationId xmlns:a16="http://schemas.microsoft.com/office/drawing/2014/main" id="{A331B877-2965-B836-4C09-D9645CA30F43}"/>
              </a:ext>
            </a:extLst>
          </p:cNvPr>
          <p:cNvSpPr/>
          <p:nvPr/>
        </p:nvSpPr>
        <p:spPr>
          <a:xfrm>
            <a:off x="7828251" y="767830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Total de Horas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6" name="Text 24">
            <a:extLst>
              <a:ext uri="{FF2B5EF4-FFF2-40B4-BE49-F238E27FC236}">
                <a16:creationId xmlns:a16="http://schemas.microsoft.com/office/drawing/2014/main" id="{524794ED-98E5-D23C-9E05-E7DBB0422135}"/>
              </a:ext>
            </a:extLst>
          </p:cNvPr>
          <p:cNvSpPr/>
          <p:nvPr/>
        </p:nvSpPr>
        <p:spPr>
          <a:xfrm>
            <a:off x="7762926" y="1036435"/>
            <a:ext cx="1953771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>
                <a:solidFill>
                  <a:srgbClr val="DC2626"/>
                </a:solidFill>
                <a:uFillTx/>
                <a:latin typeface="Calibri"/>
              </a:rPr>
              <a:t>24h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7" name="Text 25">
            <a:extLst>
              <a:ext uri="{FF2B5EF4-FFF2-40B4-BE49-F238E27FC236}">
                <a16:creationId xmlns:a16="http://schemas.microsoft.com/office/drawing/2014/main" id="{6A9D9A38-8E2A-4383-AD07-993F8F5556E1}"/>
              </a:ext>
            </a:extLst>
          </p:cNvPr>
          <p:cNvSpPr/>
          <p:nvPr/>
        </p:nvSpPr>
        <p:spPr>
          <a:xfrm>
            <a:off x="9879845" y="837910"/>
            <a:ext cx="2245400" cy="15571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64748B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64748B"/>
              </a:solidFill>
              <a:uFillTx/>
              <a:latin typeface="Calibri"/>
            </a:endParaRPr>
          </a:p>
        </p:txBody>
      </p:sp>
      <p:sp>
        <p:nvSpPr>
          <p:cNvPr id="149" name="Text 23">
            <a:extLst>
              <a:ext uri="{FF2B5EF4-FFF2-40B4-BE49-F238E27FC236}">
                <a16:creationId xmlns:a16="http://schemas.microsoft.com/office/drawing/2014/main" id="{E2F7995D-62D7-EE4B-1535-201D45ABC4F8}"/>
              </a:ext>
            </a:extLst>
          </p:cNvPr>
          <p:cNvSpPr/>
          <p:nvPr/>
        </p:nvSpPr>
        <p:spPr>
          <a:xfrm>
            <a:off x="9799323" y="740664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Ineficiência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0" name="Text 24">
            <a:extLst>
              <a:ext uri="{FF2B5EF4-FFF2-40B4-BE49-F238E27FC236}">
                <a16:creationId xmlns:a16="http://schemas.microsoft.com/office/drawing/2014/main" id="{EED42561-2396-E052-6F9D-210144B89C9D}"/>
              </a:ext>
            </a:extLst>
          </p:cNvPr>
          <p:cNvSpPr/>
          <p:nvPr/>
        </p:nvSpPr>
        <p:spPr>
          <a:xfrm>
            <a:off x="9694428" y="920278"/>
            <a:ext cx="2145264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33%</a:t>
            </a:r>
          </a:p>
        </p:txBody>
      </p:sp>
      <p:sp>
        <p:nvSpPr>
          <p:cNvPr id="153" name="Text 11">
            <a:extLst>
              <a:ext uri="{FF2B5EF4-FFF2-40B4-BE49-F238E27FC236}">
                <a16:creationId xmlns:a16="http://schemas.microsoft.com/office/drawing/2014/main" id="{547F6E70-7273-3251-0DE6-9B11D203A7E2}"/>
              </a:ext>
            </a:extLst>
          </p:cNvPr>
          <p:cNvSpPr/>
          <p:nvPr/>
        </p:nvSpPr>
        <p:spPr>
          <a:xfrm>
            <a:off x="1467365" y="830961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H. Planejadas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4" name="Text 12">
            <a:extLst>
              <a:ext uri="{FF2B5EF4-FFF2-40B4-BE49-F238E27FC236}">
                <a16:creationId xmlns:a16="http://schemas.microsoft.com/office/drawing/2014/main" id="{BB922AAE-6162-9866-3A22-8B5C095A26A6}"/>
              </a:ext>
            </a:extLst>
          </p:cNvPr>
          <p:cNvSpPr/>
          <p:nvPr/>
        </p:nvSpPr>
        <p:spPr>
          <a:xfrm>
            <a:off x="2764587" y="820994"/>
            <a:ext cx="748216" cy="2332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7C3AED"/>
                </a:solidFill>
                <a:uFillTx/>
                <a:latin typeface="Calibri"/>
              </a:rPr>
              <a:t>24h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5" name="Text 13">
            <a:extLst>
              <a:ext uri="{FF2B5EF4-FFF2-40B4-BE49-F238E27FC236}">
                <a16:creationId xmlns:a16="http://schemas.microsoft.com/office/drawing/2014/main" id="{035394E0-6A5E-44C9-08B2-FE311BE328C5}"/>
              </a:ext>
            </a:extLst>
          </p:cNvPr>
          <p:cNvSpPr/>
          <p:nvPr/>
        </p:nvSpPr>
        <p:spPr>
          <a:xfrm>
            <a:off x="3529904" y="833356"/>
            <a:ext cx="498009" cy="1917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3×cap.</a:t>
            </a:r>
            <a:endParaRPr lang="en-US" sz="7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6" name="Text 7">
            <a:extLst>
              <a:ext uri="{FF2B5EF4-FFF2-40B4-BE49-F238E27FC236}">
                <a16:creationId xmlns:a16="http://schemas.microsoft.com/office/drawing/2014/main" id="{F35A50ED-4734-A70E-B01C-74E6B8940A08}"/>
              </a:ext>
            </a:extLst>
          </p:cNvPr>
          <p:cNvSpPr/>
          <p:nvPr/>
        </p:nvSpPr>
        <p:spPr>
          <a:xfrm>
            <a:off x="-596325" y="1017654"/>
            <a:ext cx="1935483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Time c/ Reforço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7" name="Text 8">
            <a:extLst>
              <a:ext uri="{FF2B5EF4-FFF2-40B4-BE49-F238E27FC236}">
                <a16:creationId xmlns:a16="http://schemas.microsoft.com/office/drawing/2014/main" id="{1812B39F-ECF3-BFDA-D77B-75FD52462769}"/>
              </a:ext>
            </a:extLst>
          </p:cNvPr>
          <p:cNvSpPr/>
          <p:nvPr/>
        </p:nvSpPr>
        <p:spPr>
          <a:xfrm>
            <a:off x="150821" y="974220"/>
            <a:ext cx="1953771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0F1B4C"/>
                </a:solidFill>
                <a:uFillTx/>
                <a:latin typeface="Calibri"/>
                <a:ea typeface="Calibri"/>
                <a:cs typeface="Calibri"/>
              </a:rPr>
              <a:t>5 pessoas</a:t>
            </a:r>
          </a:p>
        </p:txBody>
      </p:sp>
      <p:sp>
        <p:nvSpPr>
          <p:cNvPr id="177" name="Shape 318">
            <a:extLst>
              <a:ext uri="{FF2B5EF4-FFF2-40B4-BE49-F238E27FC236}">
                <a16:creationId xmlns:a16="http://schemas.microsoft.com/office/drawing/2014/main" id="{DACAC3F3-C49A-FB9E-C501-401ABF102629}"/>
              </a:ext>
            </a:extLst>
          </p:cNvPr>
          <p:cNvSpPr/>
          <p:nvPr/>
        </p:nvSpPr>
        <p:spPr>
          <a:xfrm>
            <a:off x="0" y="5829300"/>
            <a:ext cx="2423160" cy="512064"/>
          </a:xfrm>
          <a:prstGeom prst="rect">
            <a:avLst/>
          </a:prstGeom>
          <a:solidFill>
            <a:srgbClr val="EEF2FF"/>
          </a:solidFill>
          <a:ln w="6345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9" name="Text 320">
            <a:extLst>
              <a:ext uri="{FF2B5EF4-FFF2-40B4-BE49-F238E27FC236}">
                <a16:creationId xmlns:a16="http://schemas.microsoft.com/office/drawing/2014/main" id="{D794E6CA-A7A9-AC59-6E1C-79AD2916A14F}"/>
              </a:ext>
            </a:extLst>
          </p:cNvPr>
          <p:cNvSpPr/>
          <p:nvPr/>
        </p:nvSpPr>
        <p:spPr>
          <a:xfrm>
            <a:off x="91440" y="5856732"/>
            <a:ext cx="2295144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64748B"/>
                </a:solidFill>
                <a:uFillTx/>
                <a:latin typeface="Calibri"/>
              </a:rPr>
              <a:t>Custo Planejados s/ reforço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1" name="Text 321">
            <a:extLst>
              <a:ext uri="{FF2B5EF4-FFF2-40B4-BE49-F238E27FC236}">
                <a16:creationId xmlns:a16="http://schemas.microsoft.com/office/drawing/2014/main" id="{906C7977-6B5E-E5CB-3533-09361083A60E}"/>
              </a:ext>
            </a:extLst>
          </p:cNvPr>
          <p:cNvSpPr/>
          <p:nvPr/>
        </p:nvSpPr>
        <p:spPr>
          <a:xfrm>
            <a:off x="91440" y="5993892"/>
            <a:ext cx="2295144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0F1B4C"/>
                </a:solidFill>
                <a:uFillTx/>
                <a:latin typeface="Calibri"/>
              </a:rPr>
              <a:t>R$ 3.840,00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3" name="Text 322">
            <a:extLst>
              <a:ext uri="{FF2B5EF4-FFF2-40B4-BE49-F238E27FC236}">
                <a16:creationId xmlns:a16="http://schemas.microsoft.com/office/drawing/2014/main" id="{8E352C60-70C5-48CD-698B-57E3AC480E40}"/>
              </a:ext>
            </a:extLst>
          </p:cNvPr>
          <p:cNvSpPr/>
          <p:nvPr/>
        </p:nvSpPr>
        <p:spPr>
          <a:xfrm>
            <a:off x="956837" y="6082131"/>
            <a:ext cx="1403988" cy="102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dirty="0">
                <a:solidFill>
                  <a:srgbClr val="64748B"/>
                </a:solidFill>
                <a:latin typeface="Calibri"/>
              </a:rPr>
              <a:t>24</a:t>
            </a:r>
            <a:r>
              <a:rPr lang="en-US" sz="700" b="0" i="0" u="none" strike="noStrike" kern="1200" cap="none" spc="0" baseline="0" dirty="0">
                <a:solidFill>
                  <a:srgbClr val="64748B"/>
                </a:solidFill>
                <a:uFillTx/>
                <a:latin typeface="Calibri"/>
              </a:rPr>
              <a:t>h × R$160</a:t>
            </a:r>
            <a:endParaRPr lang="en-US" sz="7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7" name="Text 321">
            <a:extLst>
              <a:ext uri="{FF2B5EF4-FFF2-40B4-BE49-F238E27FC236}">
                <a16:creationId xmlns:a16="http://schemas.microsoft.com/office/drawing/2014/main" id="{4E64EB2A-E4BC-88A0-DB06-E5FE7C0FC4F1}"/>
              </a:ext>
            </a:extLst>
          </p:cNvPr>
          <p:cNvSpPr/>
          <p:nvPr/>
        </p:nvSpPr>
        <p:spPr>
          <a:xfrm>
            <a:off x="101671" y="6572734"/>
            <a:ext cx="2295144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0044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BBC03-A913-5DFD-F6C1-FB60565CE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6BD379-557E-1B1C-A373-0A89F62351E0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30A0"/>
          </a:solidFill>
          <a:ln/>
        </p:spPr>
        <p:txBody>
          <a:bodyPr lIns="91440" tIns="45720" rIns="91440" bIns="45720" anchor="t"/>
          <a:lstStyle/>
          <a:p>
            <a:r>
              <a:rPr lang="pt-BR">
                <a:ea typeface="Calibri"/>
                <a:cs typeface="Calibri"/>
              </a:rPr>
              <a:t xml:space="preserve"> </a:t>
            </a:r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45EE19-C00D-D07D-CB70-0AC098E7A984}"/>
              </a:ext>
            </a:extLst>
          </p:cNvPr>
          <p:cNvSpPr/>
          <p:nvPr/>
        </p:nvSpPr>
        <p:spPr>
          <a:xfrm>
            <a:off x="0" y="859536"/>
            <a:ext cx="12188952" cy="54864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988CFA-3A27-F23C-4900-F731BB3D89C0}"/>
              </a:ext>
            </a:extLst>
          </p:cNvPr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Sprint </a:t>
            </a:r>
            <a:r>
              <a:rPr lang="en-US" sz="2400" b="1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Conversão</a:t>
            </a:r>
            <a:r>
              <a:rPr lang="en-US" sz="2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  </a:t>
            </a:r>
            <a:endParaRPr lang="en-US" sz="24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86446A-099C-8465-9FD4-03CBAC1BC309}"/>
              </a:ext>
            </a:extLst>
          </p:cNvPr>
          <p:cNvSpPr/>
          <p:nvPr/>
        </p:nvSpPr>
        <p:spPr>
          <a:xfrm>
            <a:off x="445827" y="635166"/>
            <a:ext cx="8229600" cy="26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err="1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Estrutura</a:t>
            </a:r>
            <a:r>
              <a:rPr lang="en-US" sz="1100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</a:t>
            </a:r>
            <a:r>
              <a:rPr lang="en-US" sz="1100" err="1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padrão</a:t>
            </a:r>
            <a:r>
              <a:rPr lang="en-US" sz="1100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de </a:t>
            </a:r>
            <a:r>
              <a:rPr lang="en-US" sz="1100" err="1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cadência</a:t>
            </a:r>
            <a:r>
              <a:rPr lang="en-US" sz="1100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da Sprint</a:t>
            </a:r>
            <a:endParaRPr lang="en-US" sz="1100"/>
          </a:p>
        </p:txBody>
      </p:sp>
      <p:pic>
        <p:nvPicPr>
          <p:cNvPr id="6" name="Image 0" descr="/home/claude/familhao_Imagem_6.png">
            <a:extLst>
              <a:ext uri="{FF2B5EF4-FFF2-40B4-BE49-F238E27FC236}">
                <a16:creationId xmlns:a16="http://schemas.microsoft.com/office/drawing/2014/main" id="{FBD4623E-BCCF-5503-1D62-EB651363F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8DC93C55-4407-7571-C702-BDB47CBFA662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894B1A9-5A08-3B2E-DDE7-40686D653EDC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Sprint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/>
              </a:rPr>
              <a:t>#24</a:t>
            </a:r>
            <a:endParaRPr lang="en-US" sz="9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E3B1314-D1CA-51B3-F2B9-1B68607003F5}"/>
              </a:ext>
            </a:extLst>
          </p:cNvPr>
          <p:cNvSpPr/>
          <p:nvPr/>
        </p:nvSpPr>
        <p:spPr>
          <a:xfrm>
            <a:off x="434340" y="2331720"/>
            <a:ext cx="4754880" cy="914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2BDA2DE-83CF-B676-551C-DC5C3E105B97}"/>
              </a:ext>
            </a:extLst>
          </p:cNvPr>
          <p:cNvSpPr/>
          <p:nvPr/>
        </p:nvSpPr>
        <p:spPr>
          <a:xfrm>
            <a:off x="5669280" y="2331720"/>
            <a:ext cx="3474720" cy="91440"/>
          </a:xfrm>
          <a:prstGeom prst="rect">
            <a:avLst/>
          </a:prstGeom>
          <a:solidFill>
            <a:srgbClr val="EDE1F5"/>
          </a:solidFill>
          <a:ln w="12700">
            <a:solidFill>
              <a:srgbClr val="EDE1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249D2E5-B59D-988B-6B21-C2466A070390}"/>
              </a:ext>
            </a:extLst>
          </p:cNvPr>
          <p:cNvSpPr/>
          <p:nvPr/>
        </p:nvSpPr>
        <p:spPr>
          <a:xfrm>
            <a:off x="434340" y="2371954"/>
            <a:ext cx="10835640" cy="10973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F8EA485-1793-19A7-1640-6C793F561E39}"/>
              </a:ext>
            </a:extLst>
          </p:cNvPr>
          <p:cNvSpPr/>
          <p:nvPr/>
        </p:nvSpPr>
        <p:spPr>
          <a:xfrm>
            <a:off x="909828" y="2331720"/>
            <a:ext cx="9144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1F64901-DAEE-54E2-1790-CBECC45CB789}"/>
              </a:ext>
            </a:extLst>
          </p:cNvPr>
          <p:cNvSpPr/>
          <p:nvPr/>
        </p:nvSpPr>
        <p:spPr>
          <a:xfrm>
            <a:off x="658368" y="2029968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D-11</a:t>
            </a:r>
            <a:endParaRPr lang="en-US" sz="9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23FE4FC-1A00-D2C4-6204-61B76CF570E2}"/>
              </a:ext>
            </a:extLst>
          </p:cNvPr>
          <p:cNvSpPr/>
          <p:nvPr/>
        </p:nvSpPr>
        <p:spPr>
          <a:xfrm>
            <a:off x="2189988" y="2331720"/>
            <a:ext cx="9144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A602B4B-FE32-3BB2-4B05-049B44C73B86}"/>
              </a:ext>
            </a:extLst>
          </p:cNvPr>
          <p:cNvSpPr/>
          <p:nvPr/>
        </p:nvSpPr>
        <p:spPr>
          <a:xfrm>
            <a:off x="1733812" y="2029968"/>
            <a:ext cx="910123" cy="2308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900">
                <a:solidFill>
                  <a:srgbClr val="888888"/>
                </a:solidFill>
                <a:latin typeface="Century Gothic"/>
              </a:rPr>
              <a:t>D-10 à D-5</a:t>
            </a:r>
            <a:endParaRPr lang="en-US" sz="9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AE72A74-EB35-EE7C-6D36-468D364A73C4}"/>
              </a:ext>
            </a:extLst>
          </p:cNvPr>
          <p:cNvSpPr/>
          <p:nvPr/>
        </p:nvSpPr>
        <p:spPr>
          <a:xfrm>
            <a:off x="4201668" y="2331720"/>
            <a:ext cx="9144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9661309-6439-5BC6-D350-D95B7FD1F853}"/>
              </a:ext>
            </a:extLst>
          </p:cNvPr>
          <p:cNvSpPr/>
          <p:nvPr/>
        </p:nvSpPr>
        <p:spPr>
          <a:xfrm>
            <a:off x="3825104" y="2029968"/>
            <a:ext cx="796392" cy="2308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900">
                <a:solidFill>
                  <a:srgbClr val="888888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D-5 à D-1</a:t>
            </a:r>
            <a:endParaRPr lang="en-US" sz="9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9878583-F438-422D-2692-632F71878F22}"/>
              </a:ext>
            </a:extLst>
          </p:cNvPr>
          <p:cNvSpPr/>
          <p:nvPr/>
        </p:nvSpPr>
        <p:spPr>
          <a:xfrm>
            <a:off x="5664708" y="2304288"/>
            <a:ext cx="9144" cy="14630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DC9AA7E-3182-5A23-D531-8BEA69252EB5}"/>
              </a:ext>
            </a:extLst>
          </p:cNvPr>
          <p:cNvSpPr/>
          <p:nvPr/>
        </p:nvSpPr>
        <p:spPr>
          <a:xfrm>
            <a:off x="5413248" y="2029968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D1</a:t>
            </a:r>
            <a:endParaRPr lang="en-US" sz="9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747C46F-74C1-A661-448F-9D26EA1FAED8}"/>
              </a:ext>
            </a:extLst>
          </p:cNvPr>
          <p:cNvSpPr/>
          <p:nvPr/>
        </p:nvSpPr>
        <p:spPr>
          <a:xfrm>
            <a:off x="9139428" y="2304288"/>
            <a:ext cx="9144" cy="14630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E32B293-FF81-B374-1B32-7B5A0A1052AE}"/>
              </a:ext>
            </a:extLst>
          </p:cNvPr>
          <p:cNvSpPr/>
          <p:nvPr/>
        </p:nvSpPr>
        <p:spPr>
          <a:xfrm>
            <a:off x="8887968" y="2029968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D10</a:t>
            </a:r>
            <a:endParaRPr lang="en-US" sz="90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4C7B2A0D-81EE-CC5C-B92E-2E8383544C7F}"/>
              </a:ext>
            </a:extLst>
          </p:cNvPr>
          <p:cNvSpPr/>
          <p:nvPr/>
        </p:nvSpPr>
        <p:spPr>
          <a:xfrm>
            <a:off x="10785348" y="2304288"/>
            <a:ext cx="9144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66F08FD-D573-9993-D0DE-D58BE64EC351}"/>
              </a:ext>
            </a:extLst>
          </p:cNvPr>
          <p:cNvSpPr/>
          <p:nvPr/>
        </p:nvSpPr>
        <p:spPr>
          <a:xfrm>
            <a:off x="10533888" y="2029968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0B98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D11</a:t>
            </a:r>
            <a:endParaRPr lang="en-US" sz="90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BED4BF0-3E55-E6E3-F163-E5FB0A4E4CF5}"/>
              </a:ext>
            </a:extLst>
          </p:cNvPr>
          <p:cNvSpPr/>
          <p:nvPr/>
        </p:nvSpPr>
        <p:spPr>
          <a:xfrm>
            <a:off x="910742" y="2423160"/>
            <a:ext cx="7315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9E3D72F8-28F1-7F83-5890-2BC2E9635D66}"/>
              </a:ext>
            </a:extLst>
          </p:cNvPr>
          <p:cNvSpPr/>
          <p:nvPr/>
        </p:nvSpPr>
        <p:spPr>
          <a:xfrm>
            <a:off x="2190902" y="2423160"/>
            <a:ext cx="7315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91B53562-50B3-333E-4E25-82E5E31B18CA}"/>
              </a:ext>
            </a:extLst>
          </p:cNvPr>
          <p:cNvSpPr/>
          <p:nvPr/>
        </p:nvSpPr>
        <p:spPr>
          <a:xfrm>
            <a:off x="4202582" y="2423160"/>
            <a:ext cx="7315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D21A9B97-DD59-28EA-5384-D8FCF15132F4}"/>
              </a:ext>
            </a:extLst>
          </p:cNvPr>
          <p:cNvSpPr/>
          <p:nvPr/>
        </p:nvSpPr>
        <p:spPr>
          <a:xfrm>
            <a:off x="5665622" y="2423160"/>
            <a:ext cx="7315" cy="2743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0E6DC62A-97CD-AB08-CE11-6C3257F787C7}"/>
              </a:ext>
            </a:extLst>
          </p:cNvPr>
          <p:cNvSpPr/>
          <p:nvPr/>
        </p:nvSpPr>
        <p:spPr>
          <a:xfrm>
            <a:off x="9140342" y="2423160"/>
            <a:ext cx="7315" cy="2743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B6C9C387-147A-3C9F-855D-1722573E074E}"/>
              </a:ext>
            </a:extLst>
          </p:cNvPr>
          <p:cNvSpPr/>
          <p:nvPr/>
        </p:nvSpPr>
        <p:spPr>
          <a:xfrm>
            <a:off x="10786262" y="2423160"/>
            <a:ext cx="7315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3370A0B0-94A8-0D03-D853-379E921DFCA8}"/>
              </a:ext>
            </a:extLst>
          </p:cNvPr>
          <p:cNvSpPr/>
          <p:nvPr/>
        </p:nvSpPr>
        <p:spPr>
          <a:xfrm>
            <a:off x="1394460" y="2538374"/>
            <a:ext cx="73152" cy="7315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33CB1C4-37A6-7417-FA12-8EBE94444B62}"/>
              </a:ext>
            </a:extLst>
          </p:cNvPr>
          <p:cNvSpPr/>
          <p:nvPr/>
        </p:nvSpPr>
        <p:spPr>
          <a:xfrm>
            <a:off x="1577340" y="2538374"/>
            <a:ext cx="45720" cy="7315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0B257665-2FE2-654A-2253-3D280F294BBF}"/>
              </a:ext>
            </a:extLst>
          </p:cNvPr>
          <p:cNvSpPr/>
          <p:nvPr/>
        </p:nvSpPr>
        <p:spPr>
          <a:xfrm>
            <a:off x="2674620" y="2538374"/>
            <a:ext cx="73152" cy="7315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68D4B7BE-4AF3-0328-DBD8-99C79F84DDEA}"/>
              </a:ext>
            </a:extLst>
          </p:cNvPr>
          <p:cNvSpPr/>
          <p:nvPr/>
        </p:nvSpPr>
        <p:spPr>
          <a:xfrm>
            <a:off x="2857500" y="2538374"/>
            <a:ext cx="73152" cy="7315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89FBFE83-DB7A-D8F0-E4E0-F6C4178744AB}"/>
              </a:ext>
            </a:extLst>
          </p:cNvPr>
          <p:cNvSpPr/>
          <p:nvPr/>
        </p:nvSpPr>
        <p:spPr>
          <a:xfrm>
            <a:off x="3040380" y="2538374"/>
            <a:ext cx="73152" cy="7315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96E34F14-AEB7-C30F-8C46-5923F89CACBF}"/>
              </a:ext>
            </a:extLst>
          </p:cNvPr>
          <p:cNvSpPr/>
          <p:nvPr/>
        </p:nvSpPr>
        <p:spPr>
          <a:xfrm>
            <a:off x="3223260" y="2538374"/>
            <a:ext cx="73152" cy="7315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62F26FE3-794B-B93B-5FA7-EA3861BC8918}"/>
              </a:ext>
            </a:extLst>
          </p:cNvPr>
          <p:cNvSpPr/>
          <p:nvPr/>
        </p:nvSpPr>
        <p:spPr>
          <a:xfrm>
            <a:off x="3406140" y="2538374"/>
            <a:ext cx="73152" cy="7315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ADB2B44A-5477-C5B6-92CB-CF7111971D05}"/>
              </a:ext>
            </a:extLst>
          </p:cNvPr>
          <p:cNvSpPr/>
          <p:nvPr/>
        </p:nvSpPr>
        <p:spPr>
          <a:xfrm>
            <a:off x="3589020" y="2538374"/>
            <a:ext cx="45720" cy="7315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EC7DD982-D62B-17CF-06AF-E91FAF7AAAD8}"/>
              </a:ext>
            </a:extLst>
          </p:cNvPr>
          <p:cNvSpPr/>
          <p:nvPr/>
        </p:nvSpPr>
        <p:spPr>
          <a:xfrm>
            <a:off x="2944368" y="2318118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5 </a:t>
            </a:r>
            <a:r>
              <a:rPr lang="en-US" sz="800" err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dias</a:t>
            </a:r>
            <a:endParaRPr lang="en-US" sz="800" err="1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147E7884-3421-7F55-92E0-E6143F624F7D}"/>
              </a:ext>
            </a:extLst>
          </p:cNvPr>
          <p:cNvSpPr/>
          <p:nvPr/>
        </p:nvSpPr>
        <p:spPr>
          <a:xfrm>
            <a:off x="4686300" y="2538374"/>
            <a:ext cx="73152" cy="7315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95C463AD-9AF9-162F-D462-07DFB76F126D}"/>
              </a:ext>
            </a:extLst>
          </p:cNvPr>
          <p:cNvSpPr/>
          <p:nvPr/>
        </p:nvSpPr>
        <p:spPr>
          <a:xfrm>
            <a:off x="4869180" y="2538374"/>
            <a:ext cx="73152" cy="7315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0CA9A338-EDCA-7D52-3B8D-871D0EC6E603}"/>
              </a:ext>
            </a:extLst>
          </p:cNvPr>
          <p:cNvSpPr/>
          <p:nvPr/>
        </p:nvSpPr>
        <p:spPr>
          <a:xfrm>
            <a:off x="5052060" y="2538374"/>
            <a:ext cx="45720" cy="7315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54993CE1-6969-22D3-1164-BEF017596100}"/>
              </a:ext>
            </a:extLst>
          </p:cNvPr>
          <p:cNvSpPr/>
          <p:nvPr/>
        </p:nvSpPr>
        <p:spPr>
          <a:xfrm>
            <a:off x="4681728" y="2318118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5 </a:t>
            </a:r>
            <a:r>
              <a:rPr lang="en-US" sz="800" err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dias</a:t>
            </a:r>
            <a:endParaRPr lang="en-US" sz="800" err="1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3682CA81-594C-3E81-D209-1949611C9BDB}"/>
              </a:ext>
            </a:extLst>
          </p:cNvPr>
          <p:cNvSpPr/>
          <p:nvPr/>
        </p:nvSpPr>
        <p:spPr>
          <a:xfrm>
            <a:off x="434340" y="269748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C973DAA4-A685-5EB3-8ED2-7BCDC791CB0E}"/>
              </a:ext>
            </a:extLst>
          </p:cNvPr>
          <p:cNvSpPr/>
          <p:nvPr/>
        </p:nvSpPr>
        <p:spPr>
          <a:xfrm>
            <a:off x="434340" y="2734056"/>
            <a:ext cx="960120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Kickoff</a:t>
            </a:r>
            <a:endParaRPr lang="en-US" sz="105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513E9A51-9EC4-7030-3CFF-E3892E679E1D}"/>
              </a:ext>
            </a:extLst>
          </p:cNvPr>
          <p:cNvSpPr/>
          <p:nvPr/>
        </p:nvSpPr>
        <p:spPr>
          <a:xfrm>
            <a:off x="434340" y="2980944"/>
            <a:ext cx="960120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comercial</a:t>
            </a:r>
            <a:endParaRPr lang="en-US" sz="900" err="1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63435CE6-DF56-D633-671F-07737E45DC4F}"/>
              </a:ext>
            </a:extLst>
          </p:cNvPr>
          <p:cNvSpPr/>
          <p:nvPr/>
        </p:nvSpPr>
        <p:spPr>
          <a:xfrm>
            <a:off x="1714500" y="269748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EEBA0325-946A-9FD8-7F70-514A4AFC96A8}"/>
              </a:ext>
            </a:extLst>
          </p:cNvPr>
          <p:cNvSpPr/>
          <p:nvPr/>
        </p:nvSpPr>
        <p:spPr>
          <a:xfrm>
            <a:off x="1714500" y="2734056"/>
            <a:ext cx="960120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>
                <a:solidFill>
                  <a:srgbClr val="1A0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Refin.</a:t>
            </a:r>
            <a:endParaRPr lang="en-US" sz="105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84D90D20-C05D-C51C-4E99-128B146CDA4A}"/>
              </a:ext>
            </a:extLst>
          </p:cNvPr>
          <p:cNvSpPr/>
          <p:nvPr/>
        </p:nvSpPr>
        <p:spPr>
          <a:xfrm>
            <a:off x="1714500" y="2980944"/>
            <a:ext cx="960120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err="1">
                <a:solidFill>
                  <a:srgbClr val="1A0030"/>
                </a:solidFill>
                <a:latin typeface="Century Gothic"/>
              </a:rPr>
              <a:t>Negócio</a:t>
            </a:r>
            <a:r>
              <a:rPr lang="en-US" sz="900">
                <a:solidFill>
                  <a:srgbClr val="1A0030"/>
                </a:solidFill>
                <a:latin typeface="Century Gothic"/>
              </a:rPr>
              <a:t>/ Design</a:t>
            </a:r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002FEE97-9899-1DEC-7A9C-594E5586FE30}"/>
              </a:ext>
            </a:extLst>
          </p:cNvPr>
          <p:cNvSpPr/>
          <p:nvPr/>
        </p:nvSpPr>
        <p:spPr>
          <a:xfrm>
            <a:off x="3726180" y="269748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4DD67825-13F0-45F7-9F67-B91B8569CC19}"/>
              </a:ext>
            </a:extLst>
          </p:cNvPr>
          <p:cNvSpPr/>
          <p:nvPr/>
        </p:nvSpPr>
        <p:spPr>
          <a:xfrm>
            <a:off x="3726180" y="2734056"/>
            <a:ext cx="960120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Refin.</a:t>
            </a:r>
            <a:endParaRPr lang="en-US" sz="1050"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26966179-DA4D-74DB-7D2D-B62790246147}"/>
              </a:ext>
            </a:extLst>
          </p:cNvPr>
          <p:cNvSpPr/>
          <p:nvPr/>
        </p:nvSpPr>
        <p:spPr>
          <a:xfrm>
            <a:off x="3726180" y="2980944"/>
            <a:ext cx="960120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técnico</a:t>
            </a:r>
            <a:endParaRPr lang="en-US" sz="900" err="1"/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53E4B4F0-DB7D-56C7-1BF8-9CCA8F89CFCD}"/>
              </a:ext>
            </a:extLst>
          </p:cNvPr>
          <p:cNvSpPr/>
          <p:nvPr/>
        </p:nvSpPr>
        <p:spPr>
          <a:xfrm>
            <a:off x="5189220" y="269748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2D880CDE-A3F2-7622-6F4D-D4958E6110B4}"/>
              </a:ext>
            </a:extLst>
          </p:cNvPr>
          <p:cNvSpPr/>
          <p:nvPr/>
        </p:nvSpPr>
        <p:spPr>
          <a:xfrm>
            <a:off x="5189220" y="2734056"/>
            <a:ext cx="960120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Início</a:t>
            </a:r>
            <a:endParaRPr lang="en-US" sz="1050" err="1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DB5C7240-C614-2787-1092-F9B0F67288E6}"/>
              </a:ext>
            </a:extLst>
          </p:cNvPr>
          <p:cNvSpPr/>
          <p:nvPr/>
        </p:nvSpPr>
        <p:spPr>
          <a:xfrm>
            <a:off x="5189220" y="2980944"/>
            <a:ext cx="960120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 Sprint</a:t>
            </a:r>
            <a:endParaRPr lang="en-US" sz="90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B3B45832-7E3C-E786-1585-DA8564873852}"/>
              </a:ext>
            </a:extLst>
          </p:cNvPr>
          <p:cNvSpPr/>
          <p:nvPr/>
        </p:nvSpPr>
        <p:spPr>
          <a:xfrm>
            <a:off x="8663940" y="269748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38DB9C5D-859B-0A10-210E-5E6BB4598E45}"/>
              </a:ext>
            </a:extLst>
          </p:cNvPr>
          <p:cNvSpPr/>
          <p:nvPr/>
        </p:nvSpPr>
        <p:spPr>
          <a:xfrm>
            <a:off x="8663940" y="2734056"/>
            <a:ext cx="960120" cy="2607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</a:t>
            </a:r>
            <a:endParaRPr lang="en-US" sz="1050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1CA7F358-E5BA-BA96-F258-D62B6175A015}"/>
              </a:ext>
            </a:extLst>
          </p:cNvPr>
          <p:cNvSpPr/>
          <p:nvPr/>
        </p:nvSpPr>
        <p:spPr>
          <a:xfrm>
            <a:off x="8663940" y="2980944"/>
            <a:ext cx="960120" cy="249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 Sprint</a:t>
            </a:r>
            <a:endParaRPr lang="en-US" sz="900"/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5DA8D4CF-4BFC-0EE6-C2E8-F6298498F2D3}"/>
              </a:ext>
            </a:extLst>
          </p:cNvPr>
          <p:cNvSpPr/>
          <p:nvPr/>
        </p:nvSpPr>
        <p:spPr>
          <a:xfrm>
            <a:off x="10309860" y="269748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60C38B98-65BB-9D3C-609E-0D3CF455A17F}"/>
              </a:ext>
            </a:extLst>
          </p:cNvPr>
          <p:cNvSpPr/>
          <p:nvPr/>
        </p:nvSpPr>
        <p:spPr>
          <a:xfrm>
            <a:off x="10309860" y="2697480"/>
            <a:ext cx="9601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· Retro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Plan. S+1</a:t>
            </a:r>
            <a:endParaRPr lang="en-US" sz="950"/>
          </a:p>
        </p:txBody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78F4B5CF-CADF-B14E-7B3B-FB207C894F01}"/>
              </a:ext>
            </a:extLst>
          </p:cNvPr>
          <p:cNvSpPr/>
          <p:nvPr/>
        </p:nvSpPr>
        <p:spPr>
          <a:xfrm>
            <a:off x="45720" y="2697480"/>
            <a:ext cx="640080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Features</a:t>
            </a:r>
            <a:endParaRPr lang="en-US" sz="800"/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051F4AD5-F438-7F29-E53B-9CF5C001BCB3}"/>
              </a:ext>
            </a:extLst>
          </p:cNvPr>
          <p:cNvSpPr/>
          <p:nvPr/>
        </p:nvSpPr>
        <p:spPr>
          <a:xfrm>
            <a:off x="45720" y="3520440"/>
            <a:ext cx="64008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Bugs</a:t>
            </a:r>
            <a:endParaRPr lang="en-US" sz="800"/>
          </a:p>
        </p:txBody>
      </p:sp>
      <p:sp>
        <p:nvSpPr>
          <p:cNvPr id="62" name="Shape 59">
            <a:extLst>
              <a:ext uri="{FF2B5EF4-FFF2-40B4-BE49-F238E27FC236}">
                <a16:creationId xmlns:a16="http://schemas.microsoft.com/office/drawing/2014/main" id="{06E974A6-7863-D024-81B5-DDAD80989D07}"/>
              </a:ext>
            </a:extLst>
          </p:cNvPr>
          <p:cNvSpPr/>
          <p:nvPr/>
        </p:nvSpPr>
        <p:spPr>
          <a:xfrm>
            <a:off x="5189220" y="352044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487773BD-2EE8-8515-9FDE-9A259CF4D83E}"/>
              </a:ext>
            </a:extLst>
          </p:cNvPr>
          <p:cNvSpPr/>
          <p:nvPr/>
        </p:nvSpPr>
        <p:spPr>
          <a:xfrm>
            <a:off x="5189220" y="3520440"/>
            <a:ext cx="4434840" cy="5486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1">
            <a:extLst>
              <a:ext uri="{FF2B5EF4-FFF2-40B4-BE49-F238E27FC236}">
                <a16:creationId xmlns:a16="http://schemas.microsoft.com/office/drawing/2014/main" id="{0FB09B44-3372-4981-206B-126EE810A5A8}"/>
              </a:ext>
            </a:extLst>
          </p:cNvPr>
          <p:cNvSpPr/>
          <p:nvPr/>
        </p:nvSpPr>
        <p:spPr>
          <a:xfrm>
            <a:off x="5280660" y="3575304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Bugs </a:t>
            </a:r>
            <a:r>
              <a:rPr lang="en-US" sz="1000" b="1" err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</a:t>
            </a:r>
            <a:r>
              <a:rPr lang="en-US" sz="1000" b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</a:t>
            </a:r>
            <a:r>
              <a:rPr lang="en-US" sz="1000" b="1" err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paralelo</a:t>
            </a:r>
            <a:r>
              <a:rPr lang="en-US" sz="1000" b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 ·  </a:t>
            </a:r>
            <a:r>
              <a:rPr lang="en-US" sz="1000" b="1" err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Triagem</a:t>
            </a:r>
            <a:r>
              <a:rPr lang="en-US" sz="1000" b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 ·  </a:t>
            </a:r>
            <a:r>
              <a:rPr lang="en-US" sz="1000" b="1" err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Correção</a:t>
            </a:r>
            <a:r>
              <a:rPr lang="en-US" sz="1000" b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 ·  </a:t>
            </a:r>
            <a:r>
              <a:rPr lang="en-US" sz="1000" b="1" err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Reteste</a:t>
            </a:r>
            <a:r>
              <a:rPr lang="en-US" sz="1000" b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 ·  </a:t>
            </a:r>
            <a:r>
              <a:rPr lang="en-US" sz="1000" b="1" err="1">
                <a:solidFill>
                  <a:srgbClr val="991B1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Fechamento</a:t>
            </a:r>
            <a:endParaRPr lang="en-US" sz="1000" err="1"/>
          </a:p>
        </p:txBody>
      </p:sp>
      <p:sp>
        <p:nvSpPr>
          <p:cNvPr id="65" name="Shape 62">
            <a:extLst>
              <a:ext uri="{FF2B5EF4-FFF2-40B4-BE49-F238E27FC236}">
                <a16:creationId xmlns:a16="http://schemas.microsoft.com/office/drawing/2014/main" id="{881ECBDE-33A4-7F1B-DD77-2D713BCB340D}"/>
              </a:ext>
            </a:extLst>
          </p:cNvPr>
          <p:cNvSpPr/>
          <p:nvPr/>
        </p:nvSpPr>
        <p:spPr>
          <a:xfrm>
            <a:off x="434340" y="4315968"/>
            <a:ext cx="4754880" cy="10973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63">
            <a:extLst>
              <a:ext uri="{FF2B5EF4-FFF2-40B4-BE49-F238E27FC236}">
                <a16:creationId xmlns:a16="http://schemas.microsoft.com/office/drawing/2014/main" id="{D930F52F-B80F-FCE8-4C55-F3C7515CE6E7}"/>
              </a:ext>
            </a:extLst>
          </p:cNvPr>
          <p:cNvSpPr/>
          <p:nvPr/>
        </p:nvSpPr>
        <p:spPr>
          <a:xfrm>
            <a:off x="434340" y="4270248"/>
            <a:ext cx="9144" cy="10058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4">
            <a:extLst>
              <a:ext uri="{FF2B5EF4-FFF2-40B4-BE49-F238E27FC236}">
                <a16:creationId xmlns:a16="http://schemas.microsoft.com/office/drawing/2014/main" id="{F5D3AE23-25BB-2626-ED9A-406F69E22D8F}"/>
              </a:ext>
            </a:extLst>
          </p:cNvPr>
          <p:cNvSpPr/>
          <p:nvPr/>
        </p:nvSpPr>
        <p:spPr>
          <a:xfrm>
            <a:off x="5180076" y="4270248"/>
            <a:ext cx="9144" cy="10058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E7FE7AC7-FB7A-4716-D078-D58B4BD71827}"/>
              </a:ext>
            </a:extLst>
          </p:cNvPr>
          <p:cNvSpPr/>
          <p:nvPr/>
        </p:nvSpPr>
        <p:spPr>
          <a:xfrm>
            <a:off x="1805940" y="43342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Pré-Sprint: 11 </a:t>
            </a:r>
            <a:r>
              <a:rPr lang="en-US" sz="950" b="1" err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dias</a:t>
            </a:r>
            <a:r>
              <a:rPr lang="en-US" sz="950" b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</a:t>
            </a:r>
            <a:r>
              <a:rPr lang="en-US" sz="950" b="1" err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úteis</a:t>
            </a:r>
            <a:endParaRPr lang="en-US" sz="950" err="1"/>
          </a:p>
        </p:txBody>
      </p:sp>
      <p:sp>
        <p:nvSpPr>
          <p:cNvPr id="69" name="Shape 66">
            <a:extLst>
              <a:ext uri="{FF2B5EF4-FFF2-40B4-BE49-F238E27FC236}">
                <a16:creationId xmlns:a16="http://schemas.microsoft.com/office/drawing/2014/main" id="{9A4CD72B-219E-D902-845C-BF0986ACA093}"/>
              </a:ext>
            </a:extLst>
          </p:cNvPr>
          <p:cNvSpPr/>
          <p:nvPr/>
        </p:nvSpPr>
        <p:spPr>
          <a:xfrm>
            <a:off x="5189220" y="4645152"/>
            <a:ext cx="6080760" cy="10973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7">
            <a:extLst>
              <a:ext uri="{FF2B5EF4-FFF2-40B4-BE49-F238E27FC236}">
                <a16:creationId xmlns:a16="http://schemas.microsoft.com/office/drawing/2014/main" id="{E11012C5-4615-B7D4-B647-AF55F9448F6F}"/>
              </a:ext>
            </a:extLst>
          </p:cNvPr>
          <p:cNvSpPr/>
          <p:nvPr/>
        </p:nvSpPr>
        <p:spPr>
          <a:xfrm>
            <a:off x="5189220" y="4599432"/>
            <a:ext cx="9144" cy="10058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8">
            <a:extLst>
              <a:ext uri="{FF2B5EF4-FFF2-40B4-BE49-F238E27FC236}">
                <a16:creationId xmlns:a16="http://schemas.microsoft.com/office/drawing/2014/main" id="{0915CFF6-71DF-C7D7-D041-C92BAD2B11C9}"/>
              </a:ext>
            </a:extLst>
          </p:cNvPr>
          <p:cNvSpPr/>
          <p:nvPr/>
        </p:nvSpPr>
        <p:spPr>
          <a:xfrm>
            <a:off x="11260836" y="4599432"/>
            <a:ext cx="9144" cy="10058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8A2D1B39-B2E5-AED9-A681-C5F745EB888B}"/>
              </a:ext>
            </a:extLst>
          </p:cNvPr>
          <p:cNvSpPr/>
          <p:nvPr/>
        </p:nvSpPr>
        <p:spPr>
          <a:xfrm>
            <a:off x="7223760" y="46634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err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Execução</a:t>
            </a:r>
            <a:r>
              <a:rPr lang="en-US" sz="95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+ </a:t>
            </a:r>
            <a:r>
              <a:rPr lang="en-US" sz="950" b="1" err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Cerimônias</a:t>
            </a:r>
            <a:r>
              <a:rPr lang="en-US" sz="95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: 11 </a:t>
            </a:r>
            <a:r>
              <a:rPr lang="en-US" sz="950" b="1" err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dias</a:t>
            </a:r>
            <a:r>
              <a:rPr lang="en-US" sz="95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</a:t>
            </a:r>
            <a:r>
              <a:rPr lang="en-US" sz="950" b="1" err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úteis</a:t>
            </a:r>
            <a:endParaRPr lang="en-US" sz="950" err="1"/>
          </a:p>
        </p:txBody>
      </p:sp>
      <p:sp>
        <p:nvSpPr>
          <p:cNvPr id="73" name="Shape 70">
            <a:extLst>
              <a:ext uri="{FF2B5EF4-FFF2-40B4-BE49-F238E27FC236}">
                <a16:creationId xmlns:a16="http://schemas.microsoft.com/office/drawing/2014/main" id="{40B9F54F-5E76-57CC-489B-03B589763AF0}"/>
              </a:ext>
            </a:extLst>
          </p:cNvPr>
          <p:cNvSpPr/>
          <p:nvPr/>
        </p:nvSpPr>
        <p:spPr>
          <a:xfrm>
            <a:off x="434340" y="4974336"/>
            <a:ext cx="10835640" cy="1280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1">
            <a:extLst>
              <a:ext uri="{FF2B5EF4-FFF2-40B4-BE49-F238E27FC236}">
                <a16:creationId xmlns:a16="http://schemas.microsoft.com/office/drawing/2014/main" id="{F4A39D1B-14DB-266A-EF51-49AADCC5F5DE}"/>
              </a:ext>
            </a:extLst>
          </p:cNvPr>
          <p:cNvSpPr/>
          <p:nvPr/>
        </p:nvSpPr>
        <p:spPr>
          <a:xfrm>
            <a:off x="434340" y="4919472"/>
            <a:ext cx="10973" cy="1188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2">
            <a:extLst>
              <a:ext uri="{FF2B5EF4-FFF2-40B4-BE49-F238E27FC236}">
                <a16:creationId xmlns:a16="http://schemas.microsoft.com/office/drawing/2014/main" id="{389B4630-9A4E-A8FF-E340-F4FDD6ED28FD}"/>
              </a:ext>
            </a:extLst>
          </p:cNvPr>
          <p:cNvSpPr/>
          <p:nvPr/>
        </p:nvSpPr>
        <p:spPr>
          <a:xfrm>
            <a:off x="11259007" y="4919472"/>
            <a:ext cx="10973" cy="1188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Text 73">
            <a:extLst>
              <a:ext uri="{FF2B5EF4-FFF2-40B4-BE49-F238E27FC236}">
                <a16:creationId xmlns:a16="http://schemas.microsoft.com/office/drawing/2014/main" id="{87F1C3BE-E49F-D4EC-A468-0A615C9DDAD0}"/>
              </a:ext>
            </a:extLst>
          </p:cNvPr>
          <p:cNvSpPr/>
          <p:nvPr/>
        </p:nvSpPr>
        <p:spPr>
          <a:xfrm>
            <a:off x="5212080" y="4992624"/>
            <a:ext cx="173736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1A1A2E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Total: 22 </a:t>
            </a:r>
            <a:r>
              <a:rPr lang="en-US" sz="1000" b="1" err="1">
                <a:solidFill>
                  <a:srgbClr val="1A1A2E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dias</a:t>
            </a:r>
            <a:r>
              <a:rPr lang="en-US" sz="1000" b="1">
                <a:solidFill>
                  <a:srgbClr val="1A1A2E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 </a:t>
            </a:r>
            <a:r>
              <a:rPr lang="en-US" sz="1000" b="1" err="1">
                <a:solidFill>
                  <a:srgbClr val="1A1A2E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úteis</a:t>
            </a:r>
            <a:endParaRPr lang="en-US" sz="1000" err="1">
              <a:latin typeface="Montserrat"/>
            </a:endParaRPr>
          </a:p>
        </p:txBody>
      </p:sp>
      <p:sp>
        <p:nvSpPr>
          <p:cNvPr id="77" name="Shape 74">
            <a:extLst>
              <a:ext uri="{FF2B5EF4-FFF2-40B4-BE49-F238E27FC236}">
                <a16:creationId xmlns:a16="http://schemas.microsoft.com/office/drawing/2014/main" id="{D00C83F5-B24D-F177-1F28-5A6B7F2A26C6}"/>
              </a:ext>
            </a:extLst>
          </p:cNvPr>
          <p:cNvSpPr/>
          <p:nvPr/>
        </p:nvSpPr>
        <p:spPr>
          <a:xfrm>
            <a:off x="457200" y="60350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64D28253-D372-33E0-9AF0-F0EAB6C85E43}"/>
              </a:ext>
            </a:extLst>
          </p:cNvPr>
          <p:cNvSpPr/>
          <p:nvPr/>
        </p:nvSpPr>
        <p:spPr>
          <a:xfrm>
            <a:off x="676656" y="60350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Kickoff</a:t>
            </a:r>
            <a:endParaRPr lang="en-US" sz="950"/>
          </a:p>
        </p:txBody>
      </p:sp>
      <p:sp>
        <p:nvSpPr>
          <p:cNvPr id="79" name="Shape 76">
            <a:extLst>
              <a:ext uri="{FF2B5EF4-FFF2-40B4-BE49-F238E27FC236}">
                <a16:creationId xmlns:a16="http://schemas.microsoft.com/office/drawing/2014/main" id="{EB432216-12B0-4E3C-2B83-8F48DA8A22AA}"/>
              </a:ext>
            </a:extLst>
          </p:cNvPr>
          <p:cNvSpPr/>
          <p:nvPr/>
        </p:nvSpPr>
        <p:spPr>
          <a:xfrm>
            <a:off x="2377440" y="60350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Text 77">
            <a:extLst>
              <a:ext uri="{FF2B5EF4-FFF2-40B4-BE49-F238E27FC236}">
                <a16:creationId xmlns:a16="http://schemas.microsoft.com/office/drawing/2014/main" id="{E4AA525D-DF72-7F44-D2C4-E49B9741AFA1}"/>
              </a:ext>
            </a:extLst>
          </p:cNvPr>
          <p:cNvSpPr/>
          <p:nvPr/>
        </p:nvSpPr>
        <p:spPr>
          <a:xfrm>
            <a:off x="2596896" y="60350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Refin. </a:t>
            </a:r>
            <a:r>
              <a:rPr lang="en-US" sz="950" err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negócio</a:t>
            </a:r>
            <a:endParaRPr lang="en-US" sz="950" err="1"/>
          </a:p>
        </p:txBody>
      </p:sp>
      <p:sp>
        <p:nvSpPr>
          <p:cNvPr id="81" name="Shape 78">
            <a:extLst>
              <a:ext uri="{FF2B5EF4-FFF2-40B4-BE49-F238E27FC236}">
                <a16:creationId xmlns:a16="http://schemas.microsoft.com/office/drawing/2014/main" id="{2C112224-BC1D-4753-FABB-519D7F77B537}"/>
              </a:ext>
            </a:extLst>
          </p:cNvPr>
          <p:cNvSpPr/>
          <p:nvPr/>
        </p:nvSpPr>
        <p:spPr>
          <a:xfrm>
            <a:off x="4297680" y="60350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Text 79">
            <a:extLst>
              <a:ext uri="{FF2B5EF4-FFF2-40B4-BE49-F238E27FC236}">
                <a16:creationId xmlns:a16="http://schemas.microsoft.com/office/drawing/2014/main" id="{160C7479-C459-DCC4-252C-19E1BB5A1231}"/>
              </a:ext>
            </a:extLst>
          </p:cNvPr>
          <p:cNvSpPr/>
          <p:nvPr/>
        </p:nvSpPr>
        <p:spPr>
          <a:xfrm>
            <a:off x="4517136" y="60350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Refin. </a:t>
            </a:r>
            <a:r>
              <a:rPr lang="en-US" sz="950" err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técnico</a:t>
            </a:r>
            <a:endParaRPr lang="en-US" sz="950" err="1"/>
          </a:p>
        </p:txBody>
      </p:sp>
      <p:sp>
        <p:nvSpPr>
          <p:cNvPr id="83" name="Shape 80">
            <a:extLst>
              <a:ext uri="{FF2B5EF4-FFF2-40B4-BE49-F238E27FC236}">
                <a16:creationId xmlns:a16="http://schemas.microsoft.com/office/drawing/2014/main" id="{74783640-C8E4-88CF-8E62-7540D482D447}"/>
              </a:ext>
            </a:extLst>
          </p:cNvPr>
          <p:cNvSpPr/>
          <p:nvPr/>
        </p:nvSpPr>
        <p:spPr>
          <a:xfrm>
            <a:off x="6217920" y="60350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4" name="Text 81">
            <a:extLst>
              <a:ext uri="{FF2B5EF4-FFF2-40B4-BE49-F238E27FC236}">
                <a16:creationId xmlns:a16="http://schemas.microsoft.com/office/drawing/2014/main" id="{8C3544C8-597A-04DC-7EDA-B744C0535EB1}"/>
              </a:ext>
            </a:extLst>
          </p:cNvPr>
          <p:cNvSpPr/>
          <p:nvPr/>
        </p:nvSpPr>
        <p:spPr>
          <a:xfrm>
            <a:off x="6437376" y="60350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err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Execução</a:t>
            </a:r>
            <a:endParaRPr lang="en-US" sz="950" err="1"/>
          </a:p>
        </p:txBody>
      </p:sp>
      <p:sp>
        <p:nvSpPr>
          <p:cNvPr id="85" name="Shape 82">
            <a:extLst>
              <a:ext uri="{FF2B5EF4-FFF2-40B4-BE49-F238E27FC236}">
                <a16:creationId xmlns:a16="http://schemas.microsoft.com/office/drawing/2014/main" id="{F0CBAD5E-7309-826D-1671-3328B7130E24}"/>
              </a:ext>
            </a:extLst>
          </p:cNvPr>
          <p:cNvSpPr/>
          <p:nvPr/>
        </p:nvSpPr>
        <p:spPr>
          <a:xfrm>
            <a:off x="8138160" y="60350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Text 83">
            <a:extLst>
              <a:ext uri="{FF2B5EF4-FFF2-40B4-BE49-F238E27FC236}">
                <a16:creationId xmlns:a16="http://schemas.microsoft.com/office/drawing/2014/main" id="{144E42ED-9A70-E775-0C6D-6A67E26392C9}"/>
              </a:ext>
            </a:extLst>
          </p:cNvPr>
          <p:cNvSpPr/>
          <p:nvPr/>
        </p:nvSpPr>
        <p:spPr>
          <a:xfrm>
            <a:off x="8357616" y="60350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Bugs</a:t>
            </a:r>
            <a:endParaRPr lang="en-US" sz="950"/>
          </a:p>
        </p:txBody>
      </p:sp>
      <p:sp>
        <p:nvSpPr>
          <p:cNvPr id="87" name="Shape 84">
            <a:extLst>
              <a:ext uri="{FF2B5EF4-FFF2-40B4-BE49-F238E27FC236}">
                <a16:creationId xmlns:a16="http://schemas.microsoft.com/office/drawing/2014/main" id="{2F130551-8BDB-B124-A522-B04BCA180CBF}"/>
              </a:ext>
            </a:extLst>
          </p:cNvPr>
          <p:cNvSpPr/>
          <p:nvPr/>
        </p:nvSpPr>
        <p:spPr>
          <a:xfrm>
            <a:off x="10058400" y="60350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Text 85">
            <a:extLst>
              <a:ext uri="{FF2B5EF4-FFF2-40B4-BE49-F238E27FC236}">
                <a16:creationId xmlns:a16="http://schemas.microsoft.com/office/drawing/2014/main" id="{7ADA30DC-3C85-FB27-D33F-B35833ECE219}"/>
              </a:ext>
            </a:extLst>
          </p:cNvPr>
          <p:cNvSpPr/>
          <p:nvPr/>
        </p:nvSpPr>
        <p:spPr>
          <a:xfrm>
            <a:off x="10277856" y="60350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err="1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Cerimônias</a:t>
            </a:r>
            <a:endParaRPr lang="en-US" sz="950" err="1"/>
          </a:p>
        </p:txBody>
      </p:sp>
      <p:sp>
        <p:nvSpPr>
          <p:cNvPr id="90" name="Shape 24">
            <a:extLst>
              <a:ext uri="{FF2B5EF4-FFF2-40B4-BE49-F238E27FC236}">
                <a16:creationId xmlns:a16="http://schemas.microsoft.com/office/drawing/2014/main" id="{DF63C1CE-F1D0-4E9F-4058-617E2C2D5303}"/>
              </a:ext>
            </a:extLst>
          </p:cNvPr>
          <p:cNvSpPr/>
          <p:nvPr/>
        </p:nvSpPr>
        <p:spPr>
          <a:xfrm>
            <a:off x="5809187" y="2566725"/>
            <a:ext cx="7315" cy="2743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1" name="Shape 24">
            <a:extLst>
              <a:ext uri="{FF2B5EF4-FFF2-40B4-BE49-F238E27FC236}">
                <a16:creationId xmlns:a16="http://schemas.microsoft.com/office/drawing/2014/main" id="{1ED54C70-9A7C-32DC-7382-38F8F9F04295}"/>
              </a:ext>
            </a:extLst>
          </p:cNvPr>
          <p:cNvSpPr/>
          <p:nvPr/>
        </p:nvSpPr>
        <p:spPr>
          <a:xfrm>
            <a:off x="1469100" y="2102899"/>
            <a:ext cx="7315" cy="2743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3" name="Shape 66">
            <a:extLst>
              <a:ext uri="{FF2B5EF4-FFF2-40B4-BE49-F238E27FC236}">
                <a16:creationId xmlns:a16="http://schemas.microsoft.com/office/drawing/2014/main" id="{D0138619-A613-A479-472A-A5F06697D700}"/>
              </a:ext>
            </a:extLst>
          </p:cNvPr>
          <p:cNvSpPr/>
          <p:nvPr/>
        </p:nvSpPr>
        <p:spPr>
          <a:xfrm>
            <a:off x="8910871" y="1707588"/>
            <a:ext cx="2922328" cy="242883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pt-BR" sz="1100">
                <a:solidFill>
                  <a:schemeClr val="bg1"/>
                </a:solidFill>
                <a:ea typeface="Calibri"/>
                <a:cs typeface="Calibri"/>
              </a:rPr>
              <a:t xml:space="preserve">Comitê, </a:t>
            </a:r>
            <a:r>
              <a:rPr lang="pt-BR" sz="1100" err="1">
                <a:solidFill>
                  <a:schemeClr val="bg1"/>
                </a:solidFill>
                <a:ea typeface="Calibri"/>
                <a:cs typeface="Calibri"/>
              </a:rPr>
              <a:t>Deploy</a:t>
            </a:r>
            <a:r>
              <a:rPr lang="pt-BR" sz="1100">
                <a:solidFill>
                  <a:schemeClr val="bg1"/>
                </a:solidFill>
                <a:ea typeface="Calibri"/>
                <a:cs typeface="Calibri"/>
              </a:rPr>
              <a:t xml:space="preserve"> e ajustes </a:t>
            </a:r>
          </a:p>
        </p:txBody>
      </p:sp>
      <p:sp>
        <p:nvSpPr>
          <p:cNvPr id="94" name="Text 10">
            <a:extLst>
              <a:ext uri="{FF2B5EF4-FFF2-40B4-BE49-F238E27FC236}">
                <a16:creationId xmlns:a16="http://schemas.microsoft.com/office/drawing/2014/main" id="{979D7E90-E61E-8C70-7CC5-C89AEFF0CCF2}"/>
              </a:ext>
            </a:extLst>
          </p:cNvPr>
          <p:cNvSpPr/>
          <p:nvPr/>
        </p:nvSpPr>
        <p:spPr>
          <a:xfrm>
            <a:off x="11315324" y="1488838"/>
            <a:ext cx="512064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88888"/>
                </a:solidFill>
                <a:latin typeface="Century Gothic"/>
              </a:rPr>
              <a:t>D-15</a:t>
            </a:r>
            <a:endParaRPr lang="en-US" sz="900"/>
          </a:p>
        </p:txBody>
      </p:sp>
      <p:sp>
        <p:nvSpPr>
          <p:cNvPr id="95" name="Shape 66">
            <a:extLst>
              <a:ext uri="{FF2B5EF4-FFF2-40B4-BE49-F238E27FC236}">
                <a16:creationId xmlns:a16="http://schemas.microsoft.com/office/drawing/2014/main" id="{ECBB774D-1009-4C23-FD66-E51E554CF205}"/>
              </a:ext>
            </a:extLst>
          </p:cNvPr>
          <p:cNvSpPr/>
          <p:nvPr/>
        </p:nvSpPr>
        <p:spPr>
          <a:xfrm>
            <a:off x="363218" y="5473414"/>
            <a:ext cx="5053720" cy="209753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pt-BR" sz="1100" dirty="0">
                <a:solidFill>
                  <a:schemeClr val="bg1"/>
                </a:solidFill>
                <a:ea typeface="Calibri"/>
                <a:cs typeface="Calibri"/>
              </a:rPr>
              <a:t xml:space="preserve">Ponto de atenção,  paralelismo do projeto, Bugs e incidentes </a:t>
            </a:r>
          </a:p>
        </p:txBody>
      </p:sp>
      <p:sp>
        <p:nvSpPr>
          <p:cNvPr id="89" name="Text 65">
            <a:extLst>
              <a:ext uri="{FF2B5EF4-FFF2-40B4-BE49-F238E27FC236}">
                <a16:creationId xmlns:a16="http://schemas.microsoft.com/office/drawing/2014/main" id="{87BBCC41-E679-64C3-7B59-3D65A54A676C}"/>
              </a:ext>
            </a:extLst>
          </p:cNvPr>
          <p:cNvSpPr/>
          <p:nvPr/>
        </p:nvSpPr>
        <p:spPr>
          <a:xfrm>
            <a:off x="5096897" y="3296168"/>
            <a:ext cx="1165308" cy="2122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888888"/>
                </a:solidFill>
                <a:latin typeface="Century Gothic"/>
              </a:rPr>
              <a:t>02/06</a:t>
            </a:r>
            <a:endParaRPr lang="pt-BR" b="1">
              <a:ea typeface="Calibri"/>
              <a:cs typeface="Calibri"/>
            </a:endParaRPr>
          </a:p>
        </p:txBody>
      </p:sp>
      <p:sp>
        <p:nvSpPr>
          <p:cNvPr id="96" name="Text 65">
            <a:extLst>
              <a:ext uri="{FF2B5EF4-FFF2-40B4-BE49-F238E27FC236}">
                <a16:creationId xmlns:a16="http://schemas.microsoft.com/office/drawing/2014/main" id="{65B068D5-E583-6D4F-4EA0-45658E3597BF}"/>
              </a:ext>
            </a:extLst>
          </p:cNvPr>
          <p:cNvSpPr/>
          <p:nvPr/>
        </p:nvSpPr>
        <p:spPr>
          <a:xfrm>
            <a:off x="8564549" y="3296168"/>
            <a:ext cx="1165308" cy="2122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888888"/>
                </a:solidFill>
                <a:latin typeface="Century Gothic"/>
              </a:rPr>
              <a:t>15/06</a:t>
            </a:r>
            <a:endParaRPr lang="pt-BR" b="1">
              <a:ea typeface="Calibri"/>
              <a:cs typeface="Calibri"/>
            </a:endParaRPr>
          </a:p>
        </p:txBody>
      </p:sp>
      <p:sp>
        <p:nvSpPr>
          <p:cNvPr id="97" name="Text 65">
            <a:extLst>
              <a:ext uri="{FF2B5EF4-FFF2-40B4-BE49-F238E27FC236}">
                <a16:creationId xmlns:a16="http://schemas.microsoft.com/office/drawing/2014/main" id="{464172ED-02CF-F64B-E521-C403E9A82278}"/>
              </a:ext>
            </a:extLst>
          </p:cNvPr>
          <p:cNvSpPr/>
          <p:nvPr/>
        </p:nvSpPr>
        <p:spPr>
          <a:xfrm>
            <a:off x="10210028" y="3307212"/>
            <a:ext cx="1165308" cy="2122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888888"/>
                </a:solidFill>
                <a:latin typeface="Century Gothic"/>
              </a:rPr>
              <a:t>16/06</a:t>
            </a:r>
            <a:endParaRPr lang="pt-BR" b="1">
              <a:ea typeface="Calibri"/>
              <a:cs typeface="Calibri"/>
            </a:endParaRPr>
          </a:p>
        </p:txBody>
      </p:sp>
      <p:sp>
        <p:nvSpPr>
          <p:cNvPr id="98" name="Text 65">
            <a:extLst>
              <a:ext uri="{FF2B5EF4-FFF2-40B4-BE49-F238E27FC236}">
                <a16:creationId xmlns:a16="http://schemas.microsoft.com/office/drawing/2014/main" id="{6A86BCD3-39F7-1910-9FA2-0EA8885CDFA9}"/>
              </a:ext>
            </a:extLst>
          </p:cNvPr>
          <p:cNvSpPr/>
          <p:nvPr/>
        </p:nvSpPr>
        <p:spPr>
          <a:xfrm>
            <a:off x="3617070" y="3307211"/>
            <a:ext cx="1165308" cy="2122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950" b="1">
                <a:solidFill>
                  <a:srgbClr val="888888"/>
                </a:solidFill>
                <a:latin typeface="Century Gothic"/>
                <a:ea typeface="Calibri"/>
                <a:cs typeface="Calibri"/>
              </a:rPr>
              <a:t>26/05 a 01/06</a:t>
            </a:r>
          </a:p>
        </p:txBody>
      </p:sp>
      <p:sp>
        <p:nvSpPr>
          <p:cNvPr id="99" name="Text 65">
            <a:extLst>
              <a:ext uri="{FF2B5EF4-FFF2-40B4-BE49-F238E27FC236}">
                <a16:creationId xmlns:a16="http://schemas.microsoft.com/office/drawing/2014/main" id="{406E4B06-8623-C75B-C9C7-5D5EA7BFA7C8}"/>
              </a:ext>
            </a:extLst>
          </p:cNvPr>
          <p:cNvSpPr/>
          <p:nvPr/>
        </p:nvSpPr>
        <p:spPr>
          <a:xfrm>
            <a:off x="1607157" y="3296167"/>
            <a:ext cx="1165308" cy="2122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950" b="1">
                <a:solidFill>
                  <a:srgbClr val="888888"/>
                </a:solidFill>
                <a:latin typeface="Century Gothic"/>
                <a:ea typeface="Calibri"/>
                <a:cs typeface="Calibri"/>
              </a:rPr>
              <a:t>19/05 a 25/05</a:t>
            </a:r>
          </a:p>
        </p:txBody>
      </p:sp>
      <p:sp>
        <p:nvSpPr>
          <p:cNvPr id="100" name="Text 65">
            <a:extLst>
              <a:ext uri="{FF2B5EF4-FFF2-40B4-BE49-F238E27FC236}">
                <a16:creationId xmlns:a16="http://schemas.microsoft.com/office/drawing/2014/main" id="{F47F5C5B-8FD4-9FD7-7EF1-6FA439648A96}"/>
              </a:ext>
            </a:extLst>
          </p:cNvPr>
          <p:cNvSpPr/>
          <p:nvPr/>
        </p:nvSpPr>
        <p:spPr>
          <a:xfrm>
            <a:off x="304026" y="3296167"/>
            <a:ext cx="1165308" cy="2122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50" b="1">
              <a:solidFill>
                <a:srgbClr val="888888"/>
              </a:solidFill>
              <a:latin typeface="Century Gothic"/>
              <a:ea typeface="Calibri"/>
              <a:cs typeface="Calibri"/>
            </a:endParaRPr>
          </a:p>
        </p:txBody>
      </p:sp>
      <p:sp>
        <p:nvSpPr>
          <p:cNvPr id="103" name="Shape 69">
            <a:extLst>
              <a:ext uri="{FF2B5EF4-FFF2-40B4-BE49-F238E27FC236}">
                <a16:creationId xmlns:a16="http://schemas.microsoft.com/office/drawing/2014/main" id="{79E3142C-B907-38EF-1677-8C346EF8578E}"/>
              </a:ext>
            </a:extLst>
          </p:cNvPr>
          <p:cNvSpPr/>
          <p:nvPr/>
        </p:nvSpPr>
        <p:spPr>
          <a:xfrm>
            <a:off x="8658622" y="5237783"/>
            <a:ext cx="2517688" cy="498751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4" name="Shape 70">
            <a:extLst>
              <a:ext uri="{FF2B5EF4-FFF2-40B4-BE49-F238E27FC236}">
                <a16:creationId xmlns:a16="http://schemas.microsoft.com/office/drawing/2014/main" id="{B3C88138-86E1-CD64-DFE3-3A0180E6EC00}"/>
              </a:ext>
            </a:extLst>
          </p:cNvPr>
          <p:cNvSpPr/>
          <p:nvPr/>
        </p:nvSpPr>
        <p:spPr>
          <a:xfrm>
            <a:off x="8630744" y="5237785"/>
            <a:ext cx="45719" cy="4866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5" name="Text 71">
            <a:extLst>
              <a:ext uri="{FF2B5EF4-FFF2-40B4-BE49-F238E27FC236}">
                <a16:creationId xmlns:a16="http://schemas.microsoft.com/office/drawing/2014/main" id="{21FA42AE-3278-501F-CC97-A83957F6990C}"/>
              </a:ext>
            </a:extLst>
          </p:cNvPr>
          <p:cNvSpPr/>
          <p:nvPr/>
        </p:nvSpPr>
        <p:spPr>
          <a:xfrm>
            <a:off x="8677656" y="5247122"/>
            <a:ext cx="2433793" cy="5590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50" b="1">
                <a:solidFill>
                  <a:srgbClr val="D97706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 xml:space="preserve">💡 Ponto de </a:t>
            </a:r>
            <a:r>
              <a:rPr lang="en-US" sz="950" b="1" err="1">
                <a:solidFill>
                  <a:srgbClr val="D97706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atenção</a:t>
            </a:r>
            <a:r>
              <a:rPr lang="en-US" sz="950" b="1">
                <a:solidFill>
                  <a:srgbClr val="D97706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 xml:space="preserve">: </a:t>
            </a:r>
            <a:r>
              <a:rPr lang="en-US" sz="950" err="1">
                <a:solidFill>
                  <a:srgbClr val="374151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Considerado</a:t>
            </a:r>
            <a:r>
              <a:rPr lang="en-US" sz="950">
                <a:solidFill>
                  <a:srgbClr val="374151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 xml:space="preserve"> </a:t>
            </a:r>
            <a:r>
              <a:rPr lang="en-US" sz="950" err="1">
                <a:solidFill>
                  <a:srgbClr val="374151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feriado</a:t>
            </a:r>
            <a:r>
              <a:rPr lang="en-US" sz="950">
                <a:solidFill>
                  <a:srgbClr val="374151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 xml:space="preserve"> </a:t>
            </a:r>
            <a:r>
              <a:rPr lang="en-US" sz="950" err="1">
                <a:solidFill>
                  <a:srgbClr val="374151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>em</a:t>
            </a:r>
            <a:r>
              <a:rPr lang="en-US" sz="950">
                <a:solidFill>
                  <a:srgbClr val="374151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 xml:space="preserve"> 04/06 (Corpus Christi)</a:t>
            </a:r>
            <a:endParaRPr lang="en-US" sz="95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96872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46381-0DC1-5BFA-6985-50D1A03A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3323BD-4D80-2931-94A0-6F4099273690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36E616-AAD0-6483-5CC9-3A19BC48E2E2}"/>
              </a:ext>
            </a:extLst>
          </p:cNvPr>
          <p:cNvSpPr/>
          <p:nvPr/>
        </p:nvSpPr>
        <p:spPr>
          <a:xfrm>
            <a:off x="10332720" y="320040"/>
            <a:ext cx="1554480" cy="640080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5413FD-9726-C27F-4278-1C6CE362BE82}"/>
              </a:ext>
            </a:extLst>
          </p:cNvPr>
          <p:cNvSpPr/>
          <p:nvPr/>
        </p:nvSpPr>
        <p:spPr>
          <a:xfrm>
            <a:off x="10332720" y="320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F5E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FAMILHÃO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1523478-CB2A-806E-FA74-9513A2582642}"/>
              </a:ext>
            </a:extLst>
          </p:cNvPr>
          <p:cNvSpPr/>
          <p:nvPr/>
        </p:nvSpPr>
        <p:spPr>
          <a:xfrm>
            <a:off x="54864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Arial Black" pitchFamily="34" charset="-122"/>
                <a:cs typeface="Arial Black" pitchFamily="34" charset="-120"/>
              </a:rPr>
              <a:t xml:space="preserve">Sprint </a:t>
            </a:r>
            <a:r>
              <a:rPr lang="en-US" sz="560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Runway</a:t>
            </a:r>
            <a:endParaRPr kumimoji="0" lang="en-US" sz="56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4904CB-BC2F-60E3-03CB-70C0F1509494}"/>
              </a:ext>
            </a:extLst>
          </p:cNvPr>
          <p:cNvSpPr/>
          <p:nvPr/>
        </p:nvSpPr>
        <p:spPr>
          <a:xfrm>
            <a:off x="548640" y="2743200"/>
            <a:ext cx="91440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defRPr/>
            </a:pPr>
            <a:r>
              <a:rPr kumimoji="0" lang="en-US" sz="2000" b="0" i="1" u="none" strike="noStrike" kern="1200" cap="none" spc="0" normalizeH="0" baseline="0" noProof="0" err="1">
                <a:ln>
                  <a:noFill/>
                </a:ln>
                <a:solidFill>
                  <a:srgbClr val="00B4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Planejamento</a:t>
            </a: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B4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 xml:space="preserve"> de </a:t>
            </a:r>
            <a:r>
              <a:rPr kumimoji="0" lang="en-US" sz="2000" b="0" i="1" u="none" strike="noStrike" kern="1200" cap="none" spc="0" normalizeH="0" baseline="0" noProof="0" err="1">
                <a:ln>
                  <a:noFill/>
                </a:ln>
                <a:solidFill>
                  <a:srgbClr val="00B4C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Cadência</a:t>
            </a:r>
            <a:r>
              <a:rPr lang="en-US" sz="2000" i="1">
                <a:solidFill>
                  <a:srgbClr val="00B4C5"/>
                </a:solidFill>
                <a:latin typeface="Calibri"/>
                <a:ea typeface="Calibri"/>
                <a:cs typeface="Calibri"/>
              </a:rPr>
              <a:t xml:space="preserve"> - </a:t>
            </a:r>
            <a:endParaRPr lang="en-US" sz="2000" b="0" i="1" u="none" strike="noStrike" kern="1200" cap="none" spc="0" normalizeH="0" baseline="0" noProof="0">
              <a:ln>
                <a:noFill/>
              </a:ln>
              <a:solidFill>
                <a:srgbClr val="00B4C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4F8AE8C-C3AA-2D49-1DC4-DD86765470F6}"/>
              </a:ext>
            </a:extLst>
          </p:cNvPr>
          <p:cNvSpPr/>
          <p:nvPr/>
        </p:nvSpPr>
        <p:spPr>
          <a:xfrm>
            <a:off x="548640" y="3429000"/>
            <a:ext cx="5486400" cy="36576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28EBC3-B9DD-6A3F-C97E-5CD15D247B1B}"/>
              </a:ext>
            </a:extLst>
          </p:cNvPr>
          <p:cNvSpPr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5E9F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 xml:space="preserve">Sprint </a:t>
            </a:r>
            <a:r>
              <a:rPr lang="en-US" sz="1400" dirty="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25 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5E9F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referência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5E9F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 xml:space="preserve">: </a:t>
            </a:r>
            <a:r>
              <a:rPr lang="en-US" sz="1400" dirty="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16/06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5E9F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 xml:space="preserve"> – 29</a:t>
            </a:r>
            <a:r>
              <a:rPr lang="en-US" sz="1400" dirty="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/06/2026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DAEC668-87E4-7FD2-C0BE-47DE1473D7F0}"/>
              </a:ext>
            </a:extLst>
          </p:cNvPr>
          <p:cNvSpPr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 xml:space="preserve">Ciclo de </a:t>
            </a: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9 </a:t>
            </a:r>
            <a:r>
              <a:rPr kumimoji="0" lang="en-US" sz="1300" b="0" i="0" u="none" strike="noStrike" kern="1200" cap="none" spc="0" normalizeH="0" baseline="0" noProof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dias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 xml:space="preserve"> </a:t>
            </a:r>
            <a:r>
              <a:rPr kumimoji="0" lang="en-US" sz="1300" b="0" i="0" u="none" strike="noStrike" kern="1200" cap="none" spc="0" normalizeH="0" baseline="0" noProof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úteis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 xml:space="preserve"> · </a:t>
            </a:r>
            <a:r>
              <a:rPr kumimoji="0" lang="en-US" sz="1300" b="0" i="0" u="none" strike="noStrike" kern="1200" cap="none" spc="0" normalizeH="0" baseline="0" noProof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Feriados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 xml:space="preserve"> SP </a:t>
            </a:r>
            <a:r>
              <a:rPr kumimoji="0" lang="en-US" sz="1300" b="0" i="0" u="none" strike="noStrike" kern="1200" cap="none" spc="0" normalizeH="0" baseline="0" noProof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considerados</a:t>
            </a:r>
            <a:endParaRPr kumimoji="0" lang="en-US" sz="13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E08C9D6-519E-0B05-D411-0372513171C6}"/>
              </a:ext>
            </a:extLst>
          </p:cNvPr>
          <p:cNvSpPr/>
          <p:nvPr/>
        </p:nvSpPr>
        <p:spPr>
          <a:xfrm>
            <a:off x="548640" y="5943600"/>
            <a:ext cx="15544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01E574B-6976-E2F1-AD31-806113452A2E}"/>
              </a:ext>
            </a:extLst>
          </p:cNvPr>
          <p:cNvSpPr/>
          <p:nvPr/>
        </p:nvSpPr>
        <p:spPr>
          <a:xfrm>
            <a:off x="548640" y="5943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Kickoff </a:t>
            </a:r>
            <a:r>
              <a:rPr kumimoji="0" lang="en-US" sz="9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kumimoji="0" lang="en-US" sz="9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0AE537F-24F4-F05B-3C23-AC7F187932A0}"/>
              </a:ext>
            </a:extLst>
          </p:cNvPr>
          <p:cNvSpPr/>
          <p:nvPr/>
        </p:nvSpPr>
        <p:spPr>
          <a:xfrm>
            <a:off x="2377440" y="5943600"/>
            <a:ext cx="1554480" cy="347472"/>
          </a:xfrm>
          <a:prstGeom prst="rect">
            <a:avLst/>
          </a:prstGeom>
          <a:solidFill>
            <a:srgbClr val="EF6B35"/>
          </a:solidFill>
          <a:ln w="12700">
            <a:solidFill>
              <a:srgbClr val="E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4D74C7-E2A0-CB36-2621-B4122C26C09F}"/>
              </a:ext>
            </a:extLst>
          </p:cNvPr>
          <p:cNvSpPr/>
          <p:nvPr/>
        </p:nvSpPr>
        <p:spPr>
          <a:xfrm>
            <a:off x="2377440" y="5943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Refin. </a:t>
            </a:r>
            <a:r>
              <a:rPr kumimoji="0" lang="en-US" sz="9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kumimoji="0" lang="en-US" sz="9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50C4715-CDF9-3199-837B-9A88F7918E96}"/>
              </a:ext>
            </a:extLst>
          </p:cNvPr>
          <p:cNvSpPr/>
          <p:nvPr/>
        </p:nvSpPr>
        <p:spPr>
          <a:xfrm>
            <a:off x="4206240" y="5943600"/>
            <a:ext cx="155448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61FC728-6158-3104-A5D4-857751B3B2DE}"/>
              </a:ext>
            </a:extLst>
          </p:cNvPr>
          <p:cNvSpPr/>
          <p:nvPr/>
        </p:nvSpPr>
        <p:spPr>
          <a:xfrm>
            <a:off x="4206240" y="5943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Refin. </a:t>
            </a:r>
            <a:r>
              <a:rPr kumimoji="0" lang="en-US" sz="9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kumimoji="0" lang="en-US" sz="9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2584486-201D-BEC9-1B7D-776B839A9724}"/>
              </a:ext>
            </a:extLst>
          </p:cNvPr>
          <p:cNvSpPr/>
          <p:nvPr/>
        </p:nvSpPr>
        <p:spPr>
          <a:xfrm>
            <a:off x="6035040" y="5943600"/>
            <a:ext cx="155448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4A29538-E206-B5F9-790E-E1ABACF30AD4}"/>
              </a:ext>
            </a:extLst>
          </p:cNvPr>
          <p:cNvSpPr/>
          <p:nvPr/>
        </p:nvSpPr>
        <p:spPr>
          <a:xfrm>
            <a:off x="6035040" y="5943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12DC000-3C9C-19FF-4408-45C6F9C84365}"/>
              </a:ext>
            </a:extLst>
          </p:cNvPr>
          <p:cNvSpPr/>
          <p:nvPr/>
        </p:nvSpPr>
        <p:spPr>
          <a:xfrm>
            <a:off x="7863840" y="5943600"/>
            <a:ext cx="15544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7394DF3-9189-64D9-8286-B03711F6E058}"/>
              </a:ext>
            </a:extLst>
          </p:cNvPr>
          <p:cNvSpPr/>
          <p:nvPr/>
        </p:nvSpPr>
        <p:spPr>
          <a:xfrm>
            <a:off x="7863840" y="5943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Comitê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/ Deploy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292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Cadência completa de entrega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10332720" y="182880"/>
            <a:ext cx="1554480" cy="594360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332720" y="1828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FAMILHÃO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2286000"/>
            <a:ext cx="137160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2004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320040" y="3017520"/>
            <a:ext cx="13716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2004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 útil antes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594360" y="3520440"/>
            <a:ext cx="8229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du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1728216" y="3063240"/>
            <a:ext cx="24688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911096" y="2999232"/>
            <a:ext cx="109728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011680" y="2286000"/>
            <a:ext cx="1371600" cy="1463040"/>
          </a:xfrm>
          <a:prstGeom prst="rect">
            <a:avLst/>
          </a:prstGeom>
          <a:solidFill>
            <a:srgbClr val="EF6B35"/>
          </a:solidFill>
          <a:ln w="12700">
            <a:solidFill>
              <a:srgbClr val="EF6B3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01168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Refin.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2011680" y="3017520"/>
            <a:ext cx="13716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01168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Produto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2286000" y="3520440"/>
            <a:ext cx="8229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286000" y="3520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E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du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3419856" y="3063240"/>
            <a:ext cx="24688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02736" y="2999232"/>
            <a:ext cx="109728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703320" y="2286000"/>
            <a:ext cx="1371600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70332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Refin.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3703320" y="3017520"/>
            <a:ext cx="13716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70332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Tech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3977640" y="3520440"/>
            <a:ext cx="8229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977640" y="3520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du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5111496" y="3063240"/>
            <a:ext cx="24688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5294376" y="2999232"/>
            <a:ext cx="109728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5394960" y="2286000"/>
            <a:ext cx="1371600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39496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5394960" y="3017520"/>
            <a:ext cx="13716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39496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5669280" y="3520440"/>
            <a:ext cx="8229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669280" y="3520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du</a:t>
            </a:r>
            <a:endParaRPr lang="en-US" sz="800"/>
          </a:p>
        </p:txBody>
      </p:sp>
      <p:sp>
        <p:nvSpPr>
          <p:cNvPr id="36" name="Shape 34"/>
          <p:cNvSpPr/>
          <p:nvPr/>
        </p:nvSpPr>
        <p:spPr>
          <a:xfrm>
            <a:off x="6803136" y="3063240"/>
            <a:ext cx="24688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986016" y="2999232"/>
            <a:ext cx="109728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7086600" y="2286000"/>
            <a:ext cx="137160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08660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7086600" y="3017520"/>
            <a:ext cx="13716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08660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du após Sprint</a:t>
            </a:r>
            <a:endParaRPr lang="en-US" sz="850"/>
          </a:p>
        </p:txBody>
      </p:sp>
      <p:sp>
        <p:nvSpPr>
          <p:cNvPr id="42" name="Shape 40"/>
          <p:cNvSpPr/>
          <p:nvPr/>
        </p:nvSpPr>
        <p:spPr>
          <a:xfrm>
            <a:off x="7360920" y="3520440"/>
            <a:ext cx="8229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360920" y="3520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Deploy</a:t>
            </a:r>
            <a:endParaRPr lang="en-US" sz="800"/>
          </a:p>
        </p:txBody>
      </p:sp>
      <p:sp>
        <p:nvSpPr>
          <p:cNvPr id="44" name="Shape 42"/>
          <p:cNvSpPr/>
          <p:nvPr/>
        </p:nvSpPr>
        <p:spPr>
          <a:xfrm>
            <a:off x="8494776" y="3063240"/>
            <a:ext cx="24688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8677656" y="2999232"/>
            <a:ext cx="109728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8778240" y="2286000"/>
            <a:ext cx="1371600" cy="1463040"/>
          </a:xfrm>
          <a:prstGeom prst="rect">
            <a:avLst/>
          </a:prstGeom>
          <a:solidFill>
            <a:srgbClr val="E7EDFF"/>
          </a:solidFill>
          <a:ln w="12700">
            <a:solidFill>
              <a:srgbClr val="E7ED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877824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200"/>
          </a:p>
        </p:txBody>
      </p:sp>
      <p:sp>
        <p:nvSpPr>
          <p:cNvPr id="48" name="Shape 46"/>
          <p:cNvSpPr/>
          <p:nvPr/>
        </p:nvSpPr>
        <p:spPr>
          <a:xfrm>
            <a:off x="8778240" y="3017520"/>
            <a:ext cx="1371600" cy="18288"/>
          </a:xfrm>
          <a:prstGeom prst="rect">
            <a:avLst/>
          </a:prstGeom>
          <a:solidFill>
            <a:srgbClr val="E5E9F2"/>
          </a:solidFill>
          <a:ln w="1270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877824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850"/>
          </a:p>
        </p:txBody>
      </p:sp>
      <p:sp>
        <p:nvSpPr>
          <p:cNvPr id="50" name="Shape 48"/>
          <p:cNvSpPr/>
          <p:nvPr/>
        </p:nvSpPr>
        <p:spPr>
          <a:xfrm>
            <a:off x="9052560" y="3520440"/>
            <a:ext cx="822960" cy="201168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9052560" y="3520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/>
          </a:p>
        </p:txBody>
      </p:sp>
      <p:sp>
        <p:nvSpPr>
          <p:cNvPr id="52" name="Shape 50"/>
          <p:cNvSpPr/>
          <p:nvPr/>
        </p:nvSpPr>
        <p:spPr>
          <a:xfrm>
            <a:off x="10186416" y="3063240"/>
            <a:ext cx="24688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10369296" y="2999232"/>
            <a:ext cx="109728" cy="1280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10469880" y="2286000"/>
            <a:ext cx="1371600" cy="1463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1046988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200"/>
          </a:p>
        </p:txBody>
      </p:sp>
      <p:sp>
        <p:nvSpPr>
          <p:cNvPr id="56" name="Shape 54"/>
          <p:cNvSpPr/>
          <p:nvPr/>
        </p:nvSpPr>
        <p:spPr>
          <a:xfrm>
            <a:off x="10469880" y="3017520"/>
            <a:ext cx="1371600" cy="18288"/>
          </a:xfrm>
          <a:prstGeom prst="rect">
            <a:avLst/>
          </a:prstGeom>
          <a:solidFill>
            <a:srgbClr val="E5E9F2"/>
          </a:solidFill>
          <a:ln w="1270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1046988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850"/>
          </a:p>
        </p:txBody>
      </p:sp>
      <p:sp>
        <p:nvSpPr>
          <p:cNvPr id="58" name="Shape 56"/>
          <p:cNvSpPr/>
          <p:nvPr/>
        </p:nvSpPr>
        <p:spPr>
          <a:xfrm>
            <a:off x="10744200" y="3520440"/>
            <a:ext cx="822960" cy="201168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10744200" y="3520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320040" y="4069080"/>
            <a:ext cx="115214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457200" y="406908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2B3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~31 dias úteis do kickoff ao deploy  ·  Sprints de 10 du  ·  +10 du para comitê  ·  Feriados e freezings afetam as janelas</a:t>
            </a:r>
            <a:endParaRPr lang="en-US" sz="1050"/>
          </a:p>
        </p:txBody>
      </p:sp>
      <p:sp>
        <p:nvSpPr>
          <p:cNvPr id="62" name="Shape 60"/>
          <p:cNvSpPr/>
          <p:nvPr/>
        </p:nvSpPr>
        <p:spPr>
          <a:xfrm>
            <a:off x="320040" y="4709160"/>
            <a:ext cx="3749040" cy="1737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457200" y="48006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⚠️  Kickoff </a:t>
            </a:r>
            <a:r>
              <a:rPr lang="en-US" sz="1100" err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</a:t>
            </a:r>
            <a:r>
              <a:rPr lang="en-US" sz="11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1 </a:t>
            </a:r>
            <a:r>
              <a:rPr lang="en-US" sz="1100" err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n-US" sz="11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antes do </a:t>
            </a:r>
            <a:r>
              <a:rPr lang="en-US" sz="1100" err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1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do </a:t>
            </a:r>
            <a:r>
              <a:rPr lang="en-US" sz="1100" err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refinamento</a:t>
            </a:r>
            <a:r>
              <a:rPr lang="en-US" sz="11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 </a:t>
            </a:r>
            <a:r>
              <a:rPr lang="en-US" sz="1100" err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lang="en-US" sz="1100">
              <a:solidFill>
                <a:srgbClr val="1A1F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/>
          </a:p>
        </p:txBody>
      </p:sp>
      <p:sp>
        <p:nvSpPr>
          <p:cNvPr id="64" name="Shape 62"/>
          <p:cNvSpPr/>
          <p:nvPr/>
        </p:nvSpPr>
        <p:spPr>
          <a:xfrm>
            <a:off x="4270248" y="4709160"/>
            <a:ext cx="374904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4407408" y="48006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Refinamentos de negócio e técnico ocorrem fora da sprint — são pré-sprint</a:t>
            </a:r>
            <a:endParaRPr lang="en-US" sz="1100"/>
          </a:p>
        </p:txBody>
      </p:sp>
      <p:sp>
        <p:nvSpPr>
          <p:cNvPr id="66" name="Shape 64"/>
          <p:cNvSpPr/>
          <p:nvPr/>
        </p:nvSpPr>
        <p:spPr>
          <a:xfrm>
            <a:off x="8220456" y="4709160"/>
            <a:ext cx="3749040" cy="1737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8357616" y="480060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Freezings bloqueiam deploys — planejar sprints antes das janelas de freeze</a:t>
            </a:r>
            <a:endParaRPr lang="en-US" sz="1100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3CC7B276-7B16-5439-6F03-7696320D52FA}"/>
              </a:ext>
            </a:extLst>
          </p:cNvPr>
          <p:cNvSpPr txBox="1"/>
          <p:nvPr/>
        </p:nvSpPr>
        <p:spPr>
          <a:xfrm>
            <a:off x="0" y="9784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err="1">
                <a:hlinkClick r:id="rId3"/>
              </a:rPr>
              <a:t>EventConfiguration</a:t>
            </a:r>
            <a:r>
              <a:rPr lang="pt-BR">
                <a:hlinkClick r:id="rId3"/>
              </a:rPr>
              <a:t xml:space="preserve"> - Overview</a:t>
            </a:r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088F6-81C8-5CF5-4287-CB39BDD0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36421D-0117-9E94-8001-B0C799A86D25}"/>
              </a:ext>
            </a:extLst>
          </p:cNvPr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A11E5F-151D-7762-4CC9-AEB73D3B7C03}"/>
              </a:ext>
            </a:extLst>
          </p:cNvPr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C443313-50B0-4F88-D7E8-B4B499DF3247}"/>
              </a:ext>
            </a:extLst>
          </p:cNvPr>
          <p:cNvSpPr/>
          <p:nvPr/>
        </p:nvSpPr>
        <p:spPr>
          <a:xfrm>
            <a:off x="0" y="658368"/>
            <a:ext cx="12161520" cy="0"/>
          </a:xfrm>
          <a:prstGeom prst="line">
            <a:avLst/>
          </a:prstGeom>
          <a:noFill/>
          <a:ln w="317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742EC1-234C-E132-C4DA-C6EB3A33B0D1}"/>
              </a:ext>
            </a:extLst>
          </p:cNvPr>
          <p:cNvSpPr/>
          <p:nvPr/>
        </p:nvSpPr>
        <p:spPr>
          <a:xfrm>
            <a:off x="201168" y="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</a:rPr>
              <a:t xml:space="preserve">Sprint </a:t>
            </a:r>
            <a:r>
              <a:rPr lang="en-US" sz="2100" b="1" dirty="0" err="1">
                <a:solidFill>
                  <a:srgbClr val="FFFFFF"/>
                </a:solidFill>
              </a:rPr>
              <a:t>Conversão</a:t>
            </a:r>
            <a:r>
              <a:rPr lang="en-US" sz="2100" b="1" dirty="0">
                <a:solidFill>
                  <a:srgbClr val="FFFFFF"/>
                </a:solidFill>
              </a:rPr>
              <a:t xml:space="preserve"> — Sprint 25  (16/06–30/06)</a:t>
            </a:r>
            <a:endParaRPr lang="en-US" sz="2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D59E4C-53E8-CD42-8F88-68D58FBB8778}"/>
              </a:ext>
            </a:extLst>
          </p:cNvPr>
          <p:cNvSpPr/>
          <p:nvPr/>
        </p:nvSpPr>
        <p:spPr>
          <a:xfrm>
            <a:off x="10607040" y="91440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079850-B10A-391D-09F8-4D5780026E12}"/>
              </a:ext>
            </a:extLst>
          </p:cNvPr>
          <p:cNvSpPr/>
          <p:nvPr/>
        </p:nvSpPr>
        <p:spPr>
          <a:xfrm>
            <a:off x="10607040" y="91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FAMILHÃO</a:t>
            </a:r>
            <a:endParaRPr lang="en-US" sz="11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0E6E0F-6678-8664-09F7-29DA72B69B50}"/>
              </a:ext>
            </a:extLst>
          </p:cNvPr>
          <p:cNvSpPr/>
          <p:nvPr/>
        </p:nvSpPr>
        <p:spPr>
          <a:xfrm>
            <a:off x="201168" y="69494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err="1">
                <a:solidFill>
                  <a:srgbClr val="64748B"/>
                </a:solidFill>
              </a:rPr>
              <a:t>Estrutura</a:t>
            </a:r>
            <a:r>
              <a:rPr lang="en-US" sz="900" i="1">
                <a:solidFill>
                  <a:srgbClr val="64748B"/>
                </a:solidFill>
              </a:rPr>
              <a:t xml:space="preserve"> </a:t>
            </a:r>
            <a:r>
              <a:rPr lang="en-US" sz="900" i="1" err="1">
                <a:solidFill>
                  <a:srgbClr val="64748B"/>
                </a:solidFill>
              </a:rPr>
              <a:t>padrão</a:t>
            </a:r>
            <a:r>
              <a:rPr lang="en-US" sz="900" i="1">
                <a:solidFill>
                  <a:srgbClr val="64748B"/>
                </a:solidFill>
              </a:rPr>
              <a:t xml:space="preserve"> de </a:t>
            </a:r>
            <a:r>
              <a:rPr lang="en-US" sz="900" i="1" err="1">
                <a:solidFill>
                  <a:srgbClr val="64748B"/>
                </a:solidFill>
              </a:rPr>
              <a:t>cadência</a:t>
            </a:r>
            <a:r>
              <a:rPr lang="en-US" sz="900" i="1">
                <a:solidFill>
                  <a:srgbClr val="64748B"/>
                </a:solidFill>
              </a:rPr>
              <a:t xml:space="preserve"> da Sprint  ·  Data </a:t>
            </a:r>
            <a:r>
              <a:rPr lang="en-US" sz="900" i="1" err="1">
                <a:solidFill>
                  <a:srgbClr val="64748B"/>
                </a:solidFill>
              </a:rPr>
              <a:t>comercial</a:t>
            </a:r>
            <a:r>
              <a:rPr lang="en-US" sz="900" i="1">
                <a:solidFill>
                  <a:srgbClr val="64748B"/>
                </a:solidFill>
              </a:rPr>
              <a:t>: 21/06</a:t>
            </a:r>
            <a:endParaRPr lang="en-US" sz="9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4699372-71C8-79A4-75A0-F6878BB2AF35}"/>
              </a:ext>
            </a:extLst>
          </p:cNvPr>
          <p:cNvSpPr/>
          <p:nvPr/>
        </p:nvSpPr>
        <p:spPr>
          <a:xfrm>
            <a:off x="457200" y="1664208"/>
            <a:ext cx="10972800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549B27A-CA3F-CEE9-4A1A-7EB0B151297B}"/>
              </a:ext>
            </a:extLst>
          </p:cNvPr>
          <p:cNvSpPr/>
          <p:nvPr/>
        </p:nvSpPr>
        <p:spPr>
          <a:xfrm>
            <a:off x="-45720" y="932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err="1">
                <a:solidFill>
                  <a:srgbClr val="1E293B"/>
                </a:solidFill>
                <a:ea typeface="Calibri"/>
                <a:cs typeface="Calibri"/>
              </a:rPr>
              <a:t>Planejamento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F576316-08C3-0B12-AED3-5A2E281AB4CF}"/>
              </a:ext>
            </a:extLst>
          </p:cNvPr>
          <p:cNvSpPr/>
          <p:nvPr/>
        </p:nvSpPr>
        <p:spPr>
          <a:xfrm>
            <a:off x="1173480" y="932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 xml:space="preserve">Refin. </a:t>
            </a:r>
            <a:r>
              <a:rPr lang="en-US" sz="800" err="1">
                <a:solidFill>
                  <a:srgbClr val="1E293B"/>
                </a:solidFill>
              </a:rPr>
              <a:t>Negócio</a:t>
            </a:r>
            <a:endParaRPr lang="en-US" sz="800" err="1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2119D68-576D-E27E-6156-6694AF3FAEB9}"/>
              </a:ext>
            </a:extLst>
          </p:cNvPr>
          <p:cNvSpPr/>
          <p:nvPr/>
        </p:nvSpPr>
        <p:spPr>
          <a:xfrm>
            <a:off x="1676400" y="1261872"/>
            <a:ext cx="0" cy="420624"/>
          </a:xfrm>
          <a:prstGeom prst="line">
            <a:avLst/>
          </a:prstGeom>
          <a:noFill/>
          <a:ln w="10160">
            <a:solidFill>
              <a:srgbClr val="EA580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C42C743-D7D3-7540-D66B-204F05268B86}"/>
              </a:ext>
            </a:extLst>
          </p:cNvPr>
          <p:cNvSpPr/>
          <p:nvPr/>
        </p:nvSpPr>
        <p:spPr>
          <a:xfrm>
            <a:off x="1520952" y="1508760"/>
            <a:ext cx="310896" cy="310896"/>
          </a:xfrm>
          <a:prstGeom prst="ellipse">
            <a:avLst/>
          </a:prstGeom>
          <a:solidFill>
            <a:srgbClr val="EA580C">
              <a:alpha val="25000"/>
            </a:srgbClr>
          </a:solidFill>
          <a:ln w="6350">
            <a:solidFill>
              <a:srgbClr val="EA580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33CD086-2D6C-1724-2E4E-31D9A4BFDD11}"/>
              </a:ext>
            </a:extLst>
          </p:cNvPr>
          <p:cNvSpPr/>
          <p:nvPr/>
        </p:nvSpPr>
        <p:spPr>
          <a:xfrm>
            <a:off x="1557528" y="1545336"/>
            <a:ext cx="237744" cy="237744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B8FBD60-663A-3D1F-119A-B18489C7BFB5}"/>
              </a:ext>
            </a:extLst>
          </p:cNvPr>
          <p:cNvSpPr/>
          <p:nvPr/>
        </p:nvSpPr>
        <p:spPr>
          <a:xfrm>
            <a:off x="1353699" y="1828800"/>
            <a:ext cx="6772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EA580C"/>
                </a:solidFill>
              </a:rPr>
              <a:t>23/06</a:t>
            </a:r>
            <a:endParaRPr lang="en-US" sz="8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71EF498-F7C8-6BC3-5DBA-6D8C2D5215C1}"/>
              </a:ext>
            </a:extLst>
          </p:cNvPr>
          <p:cNvSpPr/>
          <p:nvPr/>
        </p:nvSpPr>
        <p:spPr>
          <a:xfrm>
            <a:off x="2392680" y="932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Refin. Técnico</a:t>
            </a:r>
            <a:endParaRPr lang="en-US" sz="8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027B132-00F2-2124-FA37-4BB781474DD1}"/>
              </a:ext>
            </a:extLst>
          </p:cNvPr>
          <p:cNvSpPr/>
          <p:nvPr/>
        </p:nvSpPr>
        <p:spPr>
          <a:xfrm>
            <a:off x="2895600" y="1261872"/>
            <a:ext cx="0" cy="420624"/>
          </a:xfrm>
          <a:prstGeom prst="line">
            <a:avLst/>
          </a:prstGeom>
          <a:noFill/>
          <a:ln w="1016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D4F141E-4EDF-86D7-D4EB-95EC78F42E99}"/>
              </a:ext>
            </a:extLst>
          </p:cNvPr>
          <p:cNvSpPr/>
          <p:nvPr/>
        </p:nvSpPr>
        <p:spPr>
          <a:xfrm>
            <a:off x="2740152" y="1508760"/>
            <a:ext cx="310896" cy="310896"/>
          </a:xfrm>
          <a:prstGeom prst="ellipse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3BAF68C-3E21-3E22-698D-B4C13FF47409}"/>
              </a:ext>
            </a:extLst>
          </p:cNvPr>
          <p:cNvSpPr/>
          <p:nvPr/>
        </p:nvSpPr>
        <p:spPr>
          <a:xfrm>
            <a:off x="2776728" y="1545336"/>
            <a:ext cx="237744" cy="23774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DBC844D-81BE-5CF4-2987-B29A8AFF88BF}"/>
              </a:ext>
            </a:extLst>
          </p:cNvPr>
          <p:cNvSpPr/>
          <p:nvPr/>
        </p:nvSpPr>
        <p:spPr>
          <a:xfrm>
            <a:off x="2632166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</a:rPr>
              <a:t>29/06</a:t>
            </a:r>
            <a:endParaRPr lang="en-US" sz="8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14A2055-7B5B-9DDD-36A9-FDC436F84160}"/>
              </a:ext>
            </a:extLst>
          </p:cNvPr>
          <p:cNvSpPr/>
          <p:nvPr/>
        </p:nvSpPr>
        <p:spPr>
          <a:xfrm>
            <a:off x="3611880" y="932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err="1">
                <a:solidFill>
                  <a:srgbClr val="1E293B"/>
                </a:solidFill>
              </a:rPr>
              <a:t>Início</a:t>
            </a:r>
            <a:r>
              <a:rPr lang="en-US" sz="800">
                <a:solidFill>
                  <a:srgbClr val="1E293B"/>
                </a:solidFill>
              </a:rPr>
              <a:t xml:space="preserve"> Sprint</a:t>
            </a:r>
            <a:endParaRPr lang="en-US" sz="8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6877AF1-AC16-0634-ADCD-C450B9221A09}"/>
              </a:ext>
            </a:extLst>
          </p:cNvPr>
          <p:cNvSpPr/>
          <p:nvPr/>
        </p:nvSpPr>
        <p:spPr>
          <a:xfrm>
            <a:off x="4114800" y="1261872"/>
            <a:ext cx="0" cy="420624"/>
          </a:xfrm>
          <a:prstGeom prst="line">
            <a:avLst/>
          </a:prstGeom>
          <a:noFill/>
          <a:ln w="10160">
            <a:solidFill>
              <a:srgbClr val="7C3AE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3F05A41-1ABA-8B09-C92B-D8F689BE28DC}"/>
              </a:ext>
            </a:extLst>
          </p:cNvPr>
          <p:cNvSpPr/>
          <p:nvPr/>
        </p:nvSpPr>
        <p:spPr>
          <a:xfrm>
            <a:off x="3959352" y="1508760"/>
            <a:ext cx="310896" cy="310896"/>
          </a:xfrm>
          <a:prstGeom prst="ellipse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B424B35-46F5-98F7-6502-08C5542FF79D}"/>
              </a:ext>
            </a:extLst>
          </p:cNvPr>
          <p:cNvSpPr/>
          <p:nvPr/>
        </p:nvSpPr>
        <p:spPr>
          <a:xfrm>
            <a:off x="3995928" y="1545336"/>
            <a:ext cx="237744" cy="237744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FECD553-9B32-1BD9-5A7B-3A188BB1E4F4}"/>
              </a:ext>
            </a:extLst>
          </p:cNvPr>
          <p:cNvSpPr/>
          <p:nvPr/>
        </p:nvSpPr>
        <p:spPr>
          <a:xfrm>
            <a:off x="3840480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30/06</a:t>
            </a:r>
            <a:endParaRPr lang="en-US" sz="8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64A4D4C-F34D-18E8-22DF-617DD851D0CD}"/>
              </a:ext>
            </a:extLst>
          </p:cNvPr>
          <p:cNvSpPr/>
          <p:nvPr/>
        </p:nvSpPr>
        <p:spPr>
          <a:xfrm>
            <a:off x="4831080" y="932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Fim Sprint</a:t>
            </a:r>
            <a:endParaRPr lang="en-US" sz="8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A9B8885-7BD0-482F-D897-5A18B14CC9D3}"/>
              </a:ext>
            </a:extLst>
          </p:cNvPr>
          <p:cNvSpPr/>
          <p:nvPr/>
        </p:nvSpPr>
        <p:spPr>
          <a:xfrm>
            <a:off x="5334000" y="1261872"/>
            <a:ext cx="0" cy="420624"/>
          </a:xfrm>
          <a:prstGeom prst="line">
            <a:avLst/>
          </a:prstGeom>
          <a:noFill/>
          <a:ln w="10160">
            <a:solidFill>
              <a:srgbClr val="7C3AE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21B7F88-3CA2-EAB1-4D72-5012F295EC20}"/>
              </a:ext>
            </a:extLst>
          </p:cNvPr>
          <p:cNvSpPr/>
          <p:nvPr/>
        </p:nvSpPr>
        <p:spPr>
          <a:xfrm>
            <a:off x="5178552" y="1508760"/>
            <a:ext cx="310896" cy="310896"/>
          </a:xfrm>
          <a:prstGeom prst="ellipse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FE35951-1ADB-787C-C3F6-3C6BF6FC1540}"/>
              </a:ext>
            </a:extLst>
          </p:cNvPr>
          <p:cNvSpPr/>
          <p:nvPr/>
        </p:nvSpPr>
        <p:spPr>
          <a:xfrm>
            <a:off x="5215128" y="1545336"/>
            <a:ext cx="237744" cy="237744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A5ECA1B-A95B-4B58-301A-6DCE9E585D21}"/>
              </a:ext>
            </a:extLst>
          </p:cNvPr>
          <p:cNvSpPr/>
          <p:nvPr/>
        </p:nvSpPr>
        <p:spPr>
          <a:xfrm>
            <a:off x="5059680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13/07</a:t>
            </a:r>
            <a:endParaRPr lang="en-US" sz="8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7CEBF37-A1CE-9339-D319-B6CD5DC30A4C}"/>
              </a:ext>
            </a:extLst>
          </p:cNvPr>
          <p:cNvSpPr/>
          <p:nvPr/>
        </p:nvSpPr>
        <p:spPr>
          <a:xfrm>
            <a:off x="6050280" y="932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u="sng" err="1">
                <a:solidFill>
                  <a:srgbClr val="1E293B"/>
                </a:solidFill>
              </a:rPr>
              <a:t>Planejamento</a:t>
            </a:r>
            <a:endParaRPr lang="en-US" sz="800" err="1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F0684C2-657D-903B-ED4A-4712C8097ED7}"/>
              </a:ext>
            </a:extLst>
          </p:cNvPr>
          <p:cNvSpPr/>
          <p:nvPr/>
        </p:nvSpPr>
        <p:spPr>
          <a:xfrm>
            <a:off x="6553200" y="1261872"/>
            <a:ext cx="0" cy="420624"/>
          </a:xfrm>
          <a:prstGeom prst="line">
            <a:avLst/>
          </a:prstGeom>
          <a:noFill/>
          <a:ln w="10160">
            <a:solidFill>
              <a:srgbClr val="94A3B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4A7615D-0A1A-67C2-CC84-4EE1CE27FC22}"/>
              </a:ext>
            </a:extLst>
          </p:cNvPr>
          <p:cNvSpPr/>
          <p:nvPr/>
        </p:nvSpPr>
        <p:spPr>
          <a:xfrm>
            <a:off x="6397752" y="1508760"/>
            <a:ext cx="310896" cy="310896"/>
          </a:xfrm>
          <a:prstGeom prst="ellipse">
            <a:avLst/>
          </a:prstGeom>
          <a:solidFill>
            <a:srgbClr val="94A3B8">
              <a:alpha val="25000"/>
            </a:srgbClr>
          </a:solidFill>
          <a:ln w="635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F561C1A-C020-D178-FE81-53854CA5AF74}"/>
              </a:ext>
            </a:extLst>
          </p:cNvPr>
          <p:cNvSpPr/>
          <p:nvPr/>
        </p:nvSpPr>
        <p:spPr>
          <a:xfrm>
            <a:off x="6434328" y="1545336"/>
            <a:ext cx="237744" cy="237744"/>
          </a:xfrm>
          <a:prstGeom prst="ellipse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ACAB5DB-2F90-F46D-F333-31C4C00ED2F1}"/>
              </a:ext>
            </a:extLst>
          </p:cNvPr>
          <p:cNvSpPr/>
          <p:nvPr/>
        </p:nvSpPr>
        <p:spPr>
          <a:xfrm>
            <a:off x="6278880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</a:rPr>
              <a:t>14/07</a:t>
            </a:r>
            <a:endParaRPr lang="en-US" sz="8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5DBF104-73BA-84DC-7D21-47BC8416CE67}"/>
              </a:ext>
            </a:extLst>
          </p:cNvPr>
          <p:cNvSpPr/>
          <p:nvPr/>
        </p:nvSpPr>
        <p:spPr>
          <a:xfrm>
            <a:off x="7269480" y="932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err="1">
                <a:solidFill>
                  <a:srgbClr val="1E293B"/>
                </a:solidFill>
              </a:rPr>
              <a:t>Comitê</a:t>
            </a:r>
            <a:endParaRPr lang="en-US" sz="800" err="1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619570B-9AEF-7BF8-DCF6-E3D903ED4740}"/>
              </a:ext>
            </a:extLst>
          </p:cNvPr>
          <p:cNvSpPr/>
          <p:nvPr/>
        </p:nvSpPr>
        <p:spPr>
          <a:xfrm>
            <a:off x="7772400" y="1261872"/>
            <a:ext cx="0" cy="420624"/>
          </a:xfrm>
          <a:prstGeom prst="line">
            <a:avLst/>
          </a:prstGeom>
          <a:noFill/>
          <a:ln w="10160">
            <a:solidFill>
              <a:srgbClr val="0F766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7A12697-ECCA-FD96-B896-0E3E626E5763}"/>
              </a:ext>
            </a:extLst>
          </p:cNvPr>
          <p:cNvSpPr/>
          <p:nvPr/>
        </p:nvSpPr>
        <p:spPr>
          <a:xfrm>
            <a:off x="7616952" y="1508760"/>
            <a:ext cx="310896" cy="310896"/>
          </a:xfrm>
          <a:prstGeom prst="ellipse">
            <a:avLst/>
          </a:prstGeom>
          <a:solidFill>
            <a:srgbClr val="0F766E">
              <a:alpha val="25000"/>
            </a:srgbClr>
          </a:solidFill>
          <a:ln w="6350">
            <a:solidFill>
              <a:srgbClr val="0F766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23C9B04-FC49-058B-4442-3EA4235E3414}"/>
              </a:ext>
            </a:extLst>
          </p:cNvPr>
          <p:cNvSpPr/>
          <p:nvPr/>
        </p:nvSpPr>
        <p:spPr>
          <a:xfrm>
            <a:off x="7653528" y="1545336"/>
            <a:ext cx="237744" cy="237744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50D6E04-111C-88CB-A224-7DA8652E3563}"/>
              </a:ext>
            </a:extLst>
          </p:cNvPr>
          <p:cNvSpPr/>
          <p:nvPr/>
        </p:nvSpPr>
        <p:spPr>
          <a:xfrm>
            <a:off x="7485985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ea typeface="Calibri"/>
                <a:cs typeface="Calibri"/>
              </a:rPr>
              <a:t>16/07</a:t>
            </a: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4FE1B6C-3243-F1CF-06BF-9F6F1C2D670C}"/>
              </a:ext>
            </a:extLst>
          </p:cNvPr>
          <p:cNvSpPr/>
          <p:nvPr/>
        </p:nvSpPr>
        <p:spPr>
          <a:xfrm>
            <a:off x="8488680" y="932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Deploy PRD</a:t>
            </a:r>
            <a:endParaRPr lang="en-US" sz="80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C760A988-46D1-C630-5D2E-06D9EB30BB1F}"/>
              </a:ext>
            </a:extLst>
          </p:cNvPr>
          <p:cNvSpPr/>
          <p:nvPr/>
        </p:nvSpPr>
        <p:spPr>
          <a:xfrm>
            <a:off x="8991600" y="1261872"/>
            <a:ext cx="0" cy="420624"/>
          </a:xfrm>
          <a:prstGeom prst="line">
            <a:avLst/>
          </a:prstGeom>
          <a:noFill/>
          <a:ln w="10160">
            <a:solidFill>
              <a:srgbClr val="05966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7F53885-95C2-2ECE-3013-EE5F6EDEDE5E}"/>
              </a:ext>
            </a:extLst>
          </p:cNvPr>
          <p:cNvSpPr/>
          <p:nvPr/>
        </p:nvSpPr>
        <p:spPr>
          <a:xfrm>
            <a:off x="8836152" y="1508760"/>
            <a:ext cx="310896" cy="310896"/>
          </a:xfrm>
          <a:prstGeom prst="ellipse">
            <a:avLst/>
          </a:prstGeom>
          <a:solidFill>
            <a:srgbClr val="059669">
              <a:alpha val="25000"/>
            </a:srgbClr>
          </a:solidFill>
          <a:ln w="6350">
            <a:solidFill>
              <a:srgbClr val="0596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AE37F62-1C19-6F17-17F6-26C7E0265156}"/>
              </a:ext>
            </a:extLst>
          </p:cNvPr>
          <p:cNvSpPr/>
          <p:nvPr/>
        </p:nvSpPr>
        <p:spPr>
          <a:xfrm>
            <a:off x="8872728" y="1545336"/>
            <a:ext cx="237744" cy="237744"/>
          </a:xfrm>
          <a:prstGeom prst="ellipse">
            <a:avLst/>
          </a:prstGeom>
          <a:solidFill>
            <a:srgbClr val="05966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7E3B19AA-C920-2B1B-2DB3-DF292E06070B}"/>
              </a:ext>
            </a:extLst>
          </p:cNvPr>
          <p:cNvSpPr/>
          <p:nvPr/>
        </p:nvSpPr>
        <p:spPr>
          <a:xfrm>
            <a:off x="8705185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</a:rPr>
              <a:t>20/07</a:t>
            </a:r>
            <a:endParaRPr lang="en-US" sz="85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53CE7C44-9D6D-30C9-6276-DD0B666BF2EE}"/>
              </a:ext>
            </a:extLst>
          </p:cNvPr>
          <p:cNvSpPr/>
          <p:nvPr/>
        </p:nvSpPr>
        <p:spPr>
          <a:xfrm>
            <a:off x="9707880" y="932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u="sng" err="1">
                <a:solidFill>
                  <a:srgbClr val="1E293B"/>
                </a:solidFill>
              </a:rPr>
              <a:t>Implantação</a:t>
            </a:r>
            <a:endParaRPr lang="en-US" sz="800" err="1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983E8D68-C6B4-F961-42BA-23783D6B7D10}"/>
              </a:ext>
            </a:extLst>
          </p:cNvPr>
          <p:cNvSpPr/>
          <p:nvPr/>
        </p:nvSpPr>
        <p:spPr>
          <a:xfrm>
            <a:off x="10210800" y="1261872"/>
            <a:ext cx="0" cy="420624"/>
          </a:xfrm>
          <a:prstGeom prst="line">
            <a:avLst/>
          </a:prstGeom>
          <a:noFill/>
          <a:ln w="10160">
            <a:solidFill>
              <a:srgbClr val="7C3AE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D1EE13B-0C9B-FF43-23D0-05682A1F5E2F}"/>
              </a:ext>
            </a:extLst>
          </p:cNvPr>
          <p:cNvSpPr/>
          <p:nvPr/>
        </p:nvSpPr>
        <p:spPr>
          <a:xfrm>
            <a:off x="10055352" y="1508760"/>
            <a:ext cx="310896" cy="310896"/>
          </a:xfrm>
          <a:prstGeom prst="ellipse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0CD7D8B4-1CB2-4F39-351A-8FACC5266FDE}"/>
              </a:ext>
            </a:extLst>
          </p:cNvPr>
          <p:cNvSpPr/>
          <p:nvPr/>
        </p:nvSpPr>
        <p:spPr>
          <a:xfrm>
            <a:off x="10091928" y="1545336"/>
            <a:ext cx="237744" cy="237744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A694C1B8-0C73-F21E-3BC9-106FB32BB509}"/>
              </a:ext>
            </a:extLst>
          </p:cNvPr>
          <p:cNvSpPr/>
          <p:nvPr/>
        </p:nvSpPr>
        <p:spPr>
          <a:xfrm>
            <a:off x="9936480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20/07</a:t>
            </a:r>
            <a:endParaRPr lang="en-US" sz="85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4098449B-4B7A-131B-F53B-3349A56C53F3}"/>
              </a:ext>
            </a:extLst>
          </p:cNvPr>
          <p:cNvSpPr/>
          <p:nvPr/>
        </p:nvSpPr>
        <p:spPr>
          <a:xfrm>
            <a:off x="10914743" y="932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u="sng">
                <a:solidFill>
                  <a:srgbClr val="1E293B"/>
                </a:solidFill>
              </a:rPr>
              <a:t>Merchan/</a:t>
            </a:r>
            <a:endParaRPr lang="en-US" sz="800"/>
          </a:p>
          <a:p>
            <a:pPr marL="0" indent="0" algn="ctr">
              <a:buNone/>
            </a:pPr>
            <a:r>
              <a:rPr lang="en-US" sz="800" u="sng" err="1">
                <a:solidFill>
                  <a:srgbClr val="1E293B"/>
                </a:solidFill>
              </a:rPr>
              <a:t>Produção</a:t>
            </a:r>
            <a:endParaRPr lang="en-US" sz="800" err="1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0A6B6BE1-6264-C520-BD47-20B4972180D8}"/>
              </a:ext>
            </a:extLst>
          </p:cNvPr>
          <p:cNvSpPr/>
          <p:nvPr/>
        </p:nvSpPr>
        <p:spPr>
          <a:xfrm>
            <a:off x="11430000" y="1261872"/>
            <a:ext cx="0" cy="420624"/>
          </a:xfrm>
          <a:prstGeom prst="line">
            <a:avLst/>
          </a:prstGeom>
          <a:noFill/>
          <a:ln w="10160">
            <a:solidFill>
              <a:srgbClr val="0369A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E27C3E6B-0B1C-E3A9-EC21-F4968E85D615}"/>
              </a:ext>
            </a:extLst>
          </p:cNvPr>
          <p:cNvSpPr/>
          <p:nvPr/>
        </p:nvSpPr>
        <p:spPr>
          <a:xfrm>
            <a:off x="11274552" y="1508760"/>
            <a:ext cx="310896" cy="310896"/>
          </a:xfrm>
          <a:prstGeom prst="ellipse">
            <a:avLst/>
          </a:prstGeom>
          <a:solidFill>
            <a:srgbClr val="0369A1">
              <a:alpha val="25000"/>
            </a:srgbClr>
          </a:solidFill>
          <a:ln w="6350">
            <a:solidFill>
              <a:srgbClr val="0369A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2A0B52A9-DC3A-7792-BA90-C5A55659EFE7}"/>
              </a:ext>
            </a:extLst>
          </p:cNvPr>
          <p:cNvSpPr/>
          <p:nvPr/>
        </p:nvSpPr>
        <p:spPr>
          <a:xfrm>
            <a:off x="11311128" y="1545336"/>
            <a:ext cx="237744" cy="237744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5D4988A5-7F2C-DA4D-B04D-072BEED7CF74}"/>
              </a:ext>
            </a:extLst>
          </p:cNvPr>
          <p:cNvSpPr/>
          <p:nvPr/>
        </p:nvSpPr>
        <p:spPr>
          <a:xfrm>
            <a:off x="11155680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369A1"/>
                </a:solidFill>
              </a:rPr>
              <a:t>Agosto</a:t>
            </a:r>
            <a:endParaRPr lang="en-US" sz="8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87CCC693-8DD7-8CA7-6F6E-AD8061BFE4DA}"/>
              </a:ext>
            </a:extLst>
          </p:cNvPr>
          <p:cNvSpPr/>
          <p:nvPr/>
        </p:nvSpPr>
        <p:spPr>
          <a:xfrm>
            <a:off x="548640" y="2066544"/>
            <a:ext cx="1036320" cy="256032"/>
          </a:xfrm>
          <a:prstGeom prst="roundRect">
            <a:avLst>
              <a:gd name="adj" fmla="val 14286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77F38279-2BD9-FA78-C8CF-03EF57B8160C}"/>
              </a:ext>
            </a:extLst>
          </p:cNvPr>
          <p:cNvSpPr/>
          <p:nvPr/>
        </p:nvSpPr>
        <p:spPr>
          <a:xfrm>
            <a:off x="548640" y="2066544"/>
            <a:ext cx="103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err="1">
                <a:solidFill>
                  <a:srgbClr val="FFFFFF"/>
                </a:solidFill>
                <a:ea typeface="Calibri"/>
                <a:cs typeface="Calibri"/>
              </a:rPr>
              <a:t>Planejamento</a:t>
            </a:r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7376E640-A003-C82D-B6D1-28010E6B522F}"/>
              </a:ext>
            </a:extLst>
          </p:cNvPr>
          <p:cNvSpPr/>
          <p:nvPr/>
        </p:nvSpPr>
        <p:spPr>
          <a:xfrm>
            <a:off x="1767840" y="2066544"/>
            <a:ext cx="1036320" cy="256032"/>
          </a:xfrm>
          <a:prstGeom prst="roundRect">
            <a:avLst>
              <a:gd name="adj" fmla="val 1428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352A0885-939B-1883-56A0-D23B9CCBA1F3}"/>
              </a:ext>
            </a:extLst>
          </p:cNvPr>
          <p:cNvSpPr/>
          <p:nvPr/>
        </p:nvSpPr>
        <p:spPr>
          <a:xfrm>
            <a:off x="1767840" y="2066544"/>
            <a:ext cx="103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Refin. Neg. (5du)</a:t>
            </a:r>
            <a:endParaRPr lang="en-US" sz="80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A33F61DF-D4EE-0630-1456-68FD4ECB19E8}"/>
              </a:ext>
            </a:extLst>
          </p:cNvPr>
          <p:cNvSpPr/>
          <p:nvPr/>
        </p:nvSpPr>
        <p:spPr>
          <a:xfrm>
            <a:off x="2987040" y="2066544"/>
            <a:ext cx="103632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DB0B97CA-BEE7-8645-CC26-946F84F14D91}"/>
              </a:ext>
            </a:extLst>
          </p:cNvPr>
          <p:cNvSpPr/>
          <p:nvPr/>
        </p:nvSpPr>
        <p:spPr>
          <a:xfrm>
            <a:off x="2987040" y="2066544"/>
            <a:ext cx="103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 xml:space="preserve">Refin. </a:t>
            </a:r>
            <a:r>
              <a:rPr lang="en-US" sz="800" b="1" err="1">
                <a:solidFill>
                  <a:srgbClr val="FFFFFF"/>
                </a:solidFill>
              </a:rPr>
              <a:t>Téc</a:t>
            </a:r>
            <a:r>
              <a:rPr lang="en-US" sz="800" b="1">
                <a:solidFill>
                  <a:srgbClr val="FFFFFF"/>
                </a:solidFill>
              </a:rPr>
              <a:t>. (5du)</a:t>
            </a:r>
            <a:endParaRPr lang="en-US" sz="80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B174D005-3CF6-6BCC-2C11-F43368435B0D}"/>
              </a:ext>
            </a:extLst>
          </p:cNvPr>
          <p:cNvSpPr/>
          <p:nvPr/>
        </p:nvSpPr>
        <p:spPr>
          <a:xfrm>
            <a:off x="4206240" y="2066544"/>
            <a:ext cx="103632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C0A8A653-E7F2-3F3A-718D-80157E9BA78D}"/>
              </a:ext>
            </a:extLst>
          </p:cNvPr>
          <p:cNvSpPr/>
          <p:nvPr/>
        </p:nvSpPr>
        <p:spPr>
          <a:xfrm>
            <a:off x="4206240" y="2066544"/>
            <a:ext cx="103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Sprint (10du)</a:t>
            </a:r>
            <a:endParaRPr lang="en-US" sz="80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C787133E-C400-F621-09B9-CF536D5826E2}"/>
              </a:ext>
            </a:extLst>
          </p:cNvPr>
          <p:cNvSpPr/>
          <p:nvPr/>
        </p:nvSpPr>
        <p:spPr>
          <a:xfrm>
            <a:off x="5425440" y="2066544"/>
            <a:ext cx="4693920" cy="256032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10E377F2-395C-E9AC-7451-68A8EFE752A8}"/>
              </a:ext>
            </a:extLst>
          </p:cNvPr>
          <p:cNvSpPr/>
          <p:nvPr/>
        </p:nvSpPr>
        <p:spPr>
          <a:xfrm>
            <a:off x="5425440" y="2066544"/>
            <a:ext cx="469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 xml:space="preserve">+10du → </a:t>
            </a:r>
            <a:r>
              <a:rPr lang="en-US" sz="800" b="1" err="1">
                <a:solidFill>
                  <a:srgbClr val="FFFFFF"/>
                </a:solidFill>
              </a:rPr>
              <a:t>Comitê</a:t>
            </a:r>
            <a:r>
              <a:rPr lang="en-US" sz="800" b="1">
                <a:solidFill>
                  <a:srgbClr val="FFFFFF"/>
                </a:solidFill>
              </a:rPr>
              <a:t xml:space="preserve"> → Deploy</a:t>
            </a:r>
            <a:endParaRPr lang="en-US" sz="80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10BD0B0F-C6B1-9E0F-7408-44D59B6C0B44}"/>
              </a:ext>
            </a:extLst>
          </p:cNvPr>
          <p:cNvSpPr/>
          <p:nvPr/>
        </p:nvSpPr>
        <p:spPr>
          <a:xfrm>
            <a:off x="10302240" y="2066544"/>
            <a:ext cx="103632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2FBC2C81-0B78-EF60-F93A-DCDECF78C816}"/>
              </a:ext>
            </a:extLst>
          </p:cNvPr>
          <p:cNvSpPr/>
          <p:nvPr/>
        </p:nvSpPr>
        <p:spPr>
          <a:xfrm>
            <a:off x="10302240" y="2066544"/>
            <a:ext cx="103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err="1">
                <a:solidFill>
                  <a:srgbClr val="FFFFFF"/>
                </a:solidFill>
              </a:rPr>
              <a:t>Implantação</a:t>
            </a:r>
            <a:endParaRPr lang="en-US" sz="800" err="1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AAB7A19B-8E36-A34A-BFD8-BB682413CDBD}"/>
              </a:ext>
            </a:extLst>
          </p:cNvPr>
          <p:cNvSpPr/>
          <p:nvPr/>
        </p:nvSpPr>
        <p:spPr>
          <a:xfrm>
            <a:off x="11521440" y="2066544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19479A10-FD40-B1AF-7FF1-F8DDC52A181A}"/>
              </a:ext>
            </a:extLst>
          </p:cNvPr>
          <p:cNvSpPr/>
          <p:nvPr/>
        </p:nvSpPr>
        <p:spPr>
          <a:xfrm>
            <a:off x="11521440" y="20665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Merchan</a:t>
            </a:r>
            <a:endParaRPr lang="en-US" sz="80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EB9A6228-106E-B449-EB21-B36E63C28B76}"/>
              </a:ext>
            </a:extLst>
          </p:cNvPr>
          <p:cNvSpPr/>
          <p:nvPr/>
        </p:nvSpPr>
        <p:spPr>
          <a:xfrm>
            <a:off x="164592" y="2523744"/>
            <a:ext cx="11832336" cy="365760"/>
          </a:xfrm>
          <a:prstGeom prst="roundRect">
            <a:avLst>
              <a:gd name="adj" fmla="val 15000"/>
            </a:avLst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80DFC688-4659-A29C-85E6-6C0BA02BDCF3}"/>
              </a:ext>
            </a:extLst>
          </p:cNvPr>
          <p:cNvSpPr/>
          <p:nvPr/>
        </p:nvSpPr>
        <p:spPr>
          <a:xfrm>
            <a:off x="164592" y="2523744"/>
            <a:ext cx="5486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555FFDCD-9F42-0002-A079-4B87E3B0FB4A}"/>
              </a:ext>
            </a:extLst>
          </p:cNvPr>
          <p:cNvSpPr/>
          <p:nvPr/>
        </p:nvSpPr>
        <p:spPr>
          <a:xfrm>
            <a:off x="164592" y="3035808"/>
            <a:ext cx="3834384" cy="1408176"/>
          </a:xfrm>
          <a:prstGeom prst="roundRect">
            <a:avLst>
              <a:gd name="adj" fmla="val 6494"/>
            </a:avLst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BB59E1E9-668D-4CAA-B1D6-E8D0294E50F7}"/>
              </a:ext>
            </a:extLst>
          </p:cNvPr>
          <p:cNvSpPr/>
          <p:nvPr/>
        </p:nvSpPr>
        <p:spPr>
          <a:xfrm>
            <a:off x="164592" y="3035808"/>
            <a:ext cx="3834384" cy="347472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3D64A56D-9F3D-5251-28CC-6B5697032BD3}"/>
              </a:ext>
            </a:extLst>
          </p:cNvPr>
          <p:cNvSpPr/>
          <p:nvPr/>
        </p:nvSpPr>
        <p:spPr>
          <a:xfrm>
            <a:off x="164592" y="3035808"/>
            <a:ext cx="3834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Pré-Sprint</a:t>
            </a:r>
            <a:endParaRPr lang="en-US" sz="100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6824319F-8291-94D7-B35B-A096CAB24562}"/>
              </a:ext>
            </a:extLst>
          </p:cNvPr>
          <p:cNvSpPr/>
          <p:nvPr/>
        </p:nvSpPr>
        <p:spPr>
          <a:xfrm>
            <a:off x="292608" y="3438144"/>
            <a:ext cx="3578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 err="1">
                <a:solidFill>
                  <a:srgbClr val="1E293B"/>
                </a:solidFill>
              </a:rPr>
              <a:t>Planejamento</a:t>
            </a:r>
            <a:r>
              <a:rPr lang="en-US" sz="950" dirty="0">
                <a:solidFill>
                  <a:srgbClr val="1E293B"/>
                </a:solidFill>
              </a:rPr>
              <a:t xml:space="preserve"> → Refin. Neg. → Refin. </a:t>
            </a:r>
            <a:r>
              <a:rPr lang="en-US" sz="950" dirty="0" err="1">
                <a:solidFill>
                  <a:srgbClr val="1E293B"/>
                </a:solidFill>
              </a:rPr>
              <a:t>Téc</a:t>
            </a:r>
            <a:r>
              <a:rPr lang="en-US" sz="950" dirty="0">
                <a:solidFill>
                  <a:srgbClr val="1E293B"/>
                </a:solidFill>
              </a:rPr>
              <a:t>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19/05→ 26/05 → 01/06</a:t>
            </a:r>
            <a:endParaRPr lang="en-US" sz="950" dirty="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A54C1C0D-39EA-F39D-D20A-FCC7FF49FF4C}"/>
              </a:ext>
            </a:extLst>
          </p:cNvPr>
          <p:cNvSpPr/>
          <p:nvPr/>
        </p:nvSpPr>
        <p:spPr>
          <a:xfrm>
            <a:off x="274320" y="4169664"/>
            <a:ext cx="3614928" cy="21945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91410B78-EA45-FDD6-FD39-3C92908DF526}"/>
              </a:ext>
            </a:extLst>
          </p:cNvPr>
          <p:cNvSpPr/>
          <p:nvPr/>
        </p:nvSpPr>
        <p:spPr>
          <a:xfrm>
            <a:off x="274320" y="4169664"/>
            <a:ext cx="3614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10 </a:t>
            </a:r>
            <a:r>
              <a:rPr lang="en-US" sz="900" b="1" err="1">
                <a:solidFill>
                  <a:srgbClr val="FFFFFF"/>
                </a:solidFill>
              </a:rPr>
              <a:t>dias</a:t>
            </a:r>
            <a:r>
              <a:rPr lang="en-US" sz="900" b="1">
                <a:solidFill>
                  <a:srgbClr val="FFFFFF"/>
                </a:solidFill>
              </a:rPr>
              <a:t xml:space="preserve"> </a:t>
            </a:r>
            <a:r>
              <a:rPr lang="en-US" sz="900" b="1" err="1">
                <a:solidFill>
                  <a:srgbClr val="FFFFFF"/>
                </a:solidFill>
              </a:rPr>
              <a:t>úteis</a:t>
            </a:r>
            <a:endParaRPr lang="en-US" sz="900" err="1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6D948491-8F4C-FA11-465D-27A92C304B8A}"/>
              </a:ext>
            </a:extLst>
          </p:cNvPr>
          <p:cNvSpPr/>
          <p:nvPr/>
        </p:nvSpPr>
        <p:spPr>
          <a:xfrm>
            <a:off x="4163568" y="3035808"/>
            <a:ext cx="3834384" cy="1408176"/>
          </a:xfrm>
          <a:prstGeom prst="roundRect">
            <a:avLst>
              <a:gd name="adj" fmla="val 6494"/>
            </a:avLst>
          </a:prstGeom>
          <a:solidFill>
            <a:srgbClr val="F3E8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FFD111E2-74B4-765A-78FB-2DCA713ABC5F}"/>
              </a:ext>
            </a:extLst>
          </p:cNvPr>
          <p:cNvSpPr/>
          <p:nvPr/>
        </p:nvSpPr>
        <p:spPr>
          <a:xfrm>
            <a:off x="4163568" y="3035808"/>
            <a:ext cx="3834384" cy="34747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AC202C68-57E9-3E19-C50E-45D1927E786F}"/>
              </a:ext>
            </a:extLst>
          </p:cNvPr>
          <p:cNvSpPr/>
          <p:nvPr/>
        </p:nvSpPr>
        <p:spPr>
          <a:xfrm>
            <a:off x="4163568" y="3035808"/>
            <a:ext cx="3834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err="1">
                <a:solidFill>
                  <a:srgbClr val="FFFFFF"/>
                </a:solidFill>
              </a:rPr>
              <a:t>Execução</a:t>
            </a:r>
            <a:r>
              <a:rPr lang="en-US" sz="1000" b="1">
                <a:solidFill>
                  <a:srgbClr val="FFFFFF"/>
                </a:solidFill>
              </a:rPr>
              <a:t xml:space="preserve"> + </a:t>
            </a:r>
            <a:r>
              <a:rPr lang="en-US" sz="1000" b="1" err="1">
                <a:solidFill>
                  <a:srgbClr val="FFFFFF"/>
                </a:solidFill>
              </a:rPr>
              <a:t>Cerimônias</a:t>
            </a:r>
            <a:endParaRPr lang="en-US" sz="1000" err="1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4EBE1ACA-3729-3082-A554-4F7F858D0048}"/>
              </a:ext>
            </a:extLst>
          </p:cNvPr>
          <p:cNvSpPr/>
          <p:nvPr/>
        </p:nvSpPr>
        <p:spPr>
          <a:xfrm>
            <a:off x="4291584" y="3438144"/>
            <a:ext cx="3578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</a:rPr>
              <a:t xml:space="preserve">Sprint + </a:t>
            </a:r>
            <a:r>
              <a:rPr lang="en-US" sz="950" err="1">
                <a:solidFill>
                  <a:srgbClr val="1E293B"/>
                </a:solidFill>
              </a:rPr>
              <a:t>Planejamento</a:t>
            </a:r>
            <a:endParaRPr lang="en-US" sz="950" err="1"/>
          </a:p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</a:rPr>
              <a:t>02/06 → 15/06</a:t>
            </a:r>
            <a:endParaRPr lang="en-US" sz="95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AF10A6FC-0BAD-EE51-80CD-F832878FDF9D}"/>
              </a:ext>
            </a:extLst>
          </p:cNvPr>
          <p:cNvSpPr/>
          <p:nvPr/>
        </p:nvSpPr>
        <p:spPr>
          <a:xfrm>
            <a:off x="4273296" y="4169664"/>
            <a:ext cx="3614928" cy="219456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9D80F7ED-B76A-BC33-E969-C3F7DAB3714E}"/>
              </a:ext>
            </a:extLst>
          </p:cNvPr>
          <p:cNvSpPr/>
          <p:nvPr/>
        </p:nvSpPr>
        <p:spPr>
          <a:xfrm>
            <a:off x="4273296" y="4169664"/>
            <a:ext cx="3614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 xml:space="preserve">10 </a:t>
            </a:r>
            <a:r>
              <a:rPr lang="en-US" sz="900" b="1" err="1">
                <a:solidFill>
                  <a:srgbClr val="FFFFFF"/>
                </a:solidFill>
              </a:rPr>
              <a:t>dias</a:t>
            </a:r>
            <a:r>
              <a:rPr lang="en-US" sz="900" b="1">
                <a:solidFill>
                  <a:srgbClr val="FFFFFF"/>
                </a:solidFill>
              </a:rPr>
              <a:t xml:space="preserve"> </a:t>
            </a:r>
            <a:r>
              <a:rPr lang="en-US" sz="900" b="1" err="1">
                <a:solidFill>
                  <a:srgbClr val="FFFFFF"/>
                </a:solidFill>
              </a:rPr>
              <a:t>úteis</a:t>
            </a:r>
            <a:endParaRPr lang="en-US" sz="900" err="1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DF51B5CD-809C-4D3E-1E9E-E62EB4944A68}"/>
              </a:ext>
            </a:extLst>
          </p:cNvPr>
          <p:cNvSpPr/>
          <p:nvPr/>
        </p:nvSpPr>
        <p:spPr>
          <a:xfrm>
            <a:off x="8162544" y="3035808"/>
            <a:ext cx="3834384" cy="1408176"/>
          </a:xfrm>
          <a:prstGeom prst="roundRect">
            <a:avLst>
              <a:gd name="adj" fmla="val 6494"/>
            </a:avLst>
          </a:prstGeom>
          <a:solidFill>
            <a:srgbClr val="ECFDF5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DDB32C42-9182-7E72-C073-2E1FE66B6351}"/>
              </a:ext>
            </a:extLst>
          </p:cNvPr>
          <p:cNvSpPr/>
          <p:nvPr/>
        </p:nvSpPr>
        <p:spPr>
          <a:xfrm>
            <a:off x="8162544" y="3035808"/>
            <a:ext cx="3834384" cy="34747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2D301A8A-D2B4-F935-30E0-A399581A70E3}"/>
              </a:ext>
            </a:extLst>
          </p:cNvPr>
          <p:cNvSpPr/>
          <p:nvPr/>
        </p:nvSpPr>
        <p:spPr>
          <a:xfrm>
            <a:off x="8162544" y="3035808"/>
            <a:ext cx="3834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Pós-Sprint</a:t>
            </a:r>
            <a:endParaRPr lang="en-US" sz="1000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CA8877CE-7A5B-410E-0D26-D4D21A1D501B}"/>
              </a:ext>
            </a:extLst>
          </p:cNvPr>
          <p:cNvSpPr/>
          <p:nvPr/>
        </p:nvSpPr>
        <p:spPr>
          <a:xfrm>
            <a:off x="8290560" y="3438144"/>
            <a:ext cx="3578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err="1">
                <a:solidFill>
                  <a:srgbClr val="1E293B"/>
                </a:solidFill>
              </a:rPr>
              <a:t>Comitê</a:t>
            </a:r>
            <a:r>
              <a:rPr lang="en-US" sz="950">
                <a:solidFill>
                  <a:srgbClr val="1E293B"/>
                </a:solidFill>
              </a:rPr>
              <a:t xml:space="preserve"> + Deploy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</a:rPr>
              <a:t>15/06 → 17/06</a:t>
            </a:r>
            <a:endParaRPr lang="en-US" sz="95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93905433-F17E-10B9-2188-79A8730E20B1}"/>
              </a:ext>
            </a:extLst>
          </p:cNvPr>
          <p:cNvSpPr/>
          <p:nvPr/>
        </p:nvSpPr>
        <p:spPr>
          <a:xfrm>
            <a:off x="8272272" y="4169664"/>
            <a:ext cx="3614928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3808A353-4FC5-223A-476C-08BAFDDD40FB}"/>
              </a:ext>
            </a:extLst>
          </p:cNvPr>
          <p:cNvSpPr/>
          <p:nvPr/>
        </p:nvSpPr>
        <p:spPr>
          <a:xfrm>
            <a:off x="8272272" y="4169664"/>
            <a:ext cx="3614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~2 </a:t>
            </a:r>
            <a:r>
              <a:rPr lang="en-US" sz="900" b="1" err="1">
                <a:solidFill>
                  <a:srgbClr val="FFFFFF"/>
                </a:solidFill>
              </a:rPr>
              <a:t>dias</a:t>
            </a:r>
            <a:r>
              <a:rPr lang="en-US" sz="900" b="1">
                <a:solidFill>
                  <a:srgbClr val="FFFFFF"/>
                </a:solidFill>
              </a:rPr>
              <a:t xml:space="preserve"> </a:t>
            </a:r>
            <a:r>
              <a:rPr lang="en-US" sz="900" b="1" err="1">
                <a:solidFill>
                  <a:srgbClr val="FFFFFF"/>
                </a:solidFill>
              </a:rPr>
              <a:t>úteis</a:t>
            </a:r>
            <a:endParaRPr lang="en-US" sz="900" err="1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99D61C0B-ECEA-BBCA-3812-570C8D7E9AAE}"/>
              </a:ext>
            </a:extLst>
          </p:cNvPr>
          <p:cNvSpPr/>
          <p:nvPr/>
        </p:nvSpPr>
        <p:spPr>
          <a:xfrm>
            <a:off x="0" y="4535424"/>
            <a:ext cx="1216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i="1">
                <a:solidFill>
                  <a:srgbClr val="64748B"/>
                </a:solidFill>
              </a:rPr>
              <a:t>Total: ~22 </a:t>
            </a:r>
            <a:r>
              <a:rPr lang="en-US" sz="900" i="1" err="1">
                <a:solidFill>
                  <a:srgbClr val="64748B"/>
                </a:solidFill>
              </a:rPr>
              <a:t>dias</a:t>
            </a:r>
            <a:r>
              <a:rPr lang="en-US" sz="900" i="1">
                <a:solidFill>
                  <a:srgbClr val="64748B"/>
                </a:solidFill>
              </a:rPr>
              <a:t xml:space="preserve"> </a:t>
            </a:r>
            <a:r>
              <a:rPr lang="en-US" sz="900" i="1" err="1">
                <a:solidFill>
                  <a:srgbClr val="64748B"/>
                </a:solidFill>
              </a:rPr>
              <a:t>úteis</a:t>
            </a:r>
            <a:r>
              <a:rPr lang="en-US" sz="900" i="1">
                <a:solidFill>
                  <a:srgbClr val="64748B"/>
                </a:solidFill>
              </a:rPr>
              <a:t xml:space="preserve"> do kickoff </a:t>
            </a:r>
            <a:r>
              <a:rPr lang="en-US" sz="900" i="1" err="1">
                <a:solidFill>
                  <a:srgbClr val="64748B"/>
                </a:solidFill>
              </a:rPr>
              <a:t>ao</a:t>
            </a:r>
            <a:r>
              <a:rPr lang="en-US" sz="900" i="1">
                <a:solidFill>
                  <a:srgbClr val="64748B"/>
                </a:solidFill>
              </a:rPr>
              <a:t xml:space="preserve"> deploy</a:t>
            </a:r>
            <a:endParaRPr lang="en-US" sz="900"/>
          </a:p>
        </p:txBody>
      </p:sp>
      <p:sp>
        <p:nvSpPr>
          <p:cNvPr id="97" name="Shape 34">
            <a:extLst>
              <a:ext uri="{FF2B5EF4-FFF2-40B4-BE49-F238E27FC236}">
                <a16:creationId xmlns:a16="http://schemas.microsoft.com/office/drawing/2014/main" id="{786D92C7-19C6-E2B6-51F2-AA260D849A22}"/>
              </a:ext>
            </a:extLst>
          </p:cNvPr>
          <p:cNvSpPr/>
          <p:nvPr/>
        </p:nvSpPr>
        <p:spPr>
          <a:xfrm>
            <a:off x="445104" y="1261871"/>
            <a:ext cx="0" cy="420624"/>
          </a:xfrm>
          <a:prstGeom prst="line">
            <a:avLst/>
          </a:prstGeom>
          <a:noFill/>
          <a:ln w="10160">
            <a:solidFill>
              <a:srgbClr val="94A3B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8" name="Shape 35">
            <a:extLst>
              <a:ext uri="{FF2B5EF4-FFF2-40B4-BE49-F238E27FC236}">
                <a16:creationId xmlns:a16="http://schemas.microsoft.com/office/drawing/2014/main" id="{4EF22E08-AF6B-AA33-C8C7-706B3DB288A0}"/>
              </a:ext>
            </a:extLst>
          </p:cNvPr>
          <p:cNvSpPr/>
          <p:nvPr/>
        </p:nvSpPr>
        <p:spPr>
          <a:xfrm>
            <a:off x="289656" y="1508759"/>
            <a:ext cx="310896" cy="310896"/>
          </a:xfrm>
          <a:prstGeom prst="ellipse">
            <a:avLst/>
          </a:prstGeom>
          <a:solidFill>
            <a:srgbClr val="94A3B8">
              <a:alpha val="25000"/>
            </a:srgbClr>
          </a:solidFill>
          <a:ln w="6350">
            <a:solidFill>
              <a:srgbClr val="94A3B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9" name="Shape 36">
            <a:extLst>
              <a:ext uri="{FF2B5EF4-FFF2-40B4-BE49-F238E27FC236}">
                <a16:creationId xmlns:a16="http://schemas.microsoft.com/office/drawing/2014/main" id="{632C5108-5BE9-6CCF-F8E5-CF7B6B229F76}"/>
              </a:ext>
            </a:extLst>
          </p:cNvPr>
          <p:cNvSpPr/>
          <p:nvPr/>
        </p:nvSpPr>
        <p:spPr>
          <a:xfrm>
            <a:off x="326232" y="1545335"/>
            <a:ext cx="237744" cy="237744"/>
          </a:xfrm>
          <a:prstGeom prst="ellipse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0" name="Text 37">
            <a:extLst>
              <a:ext uri="{FF2B5EF4-FFF2-40B4-BE49-F238E27FC236}">
                <a16:creationId xmlns:a16="http://schemas.microsoft.com/office/drawing/2014/main" id="{6BA60C62-DA1B-0728-1312-FF5398F56E35}"/>
              </a:ext>
            </a:extLst>
          </p:cNvPr>
          <p:cNvSpPr/>
          <p:nvPr/>
        </p:nvSpPr>
        <p:spPr>
          <a:xfrm>
            <a:off x="158689" y="1828799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</a:rPr>
              <a:t>16/06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445964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err="1">
                <a:solidFill>
                  <a:srgbClr val="FFFFFF"/>
                </a:solidFill>
              </a:rPr>
              <a:t>Calendário</a:t>
            </a:r>
            <a:r>
              <a:rPr lang="en-US" sz="2000" b="1">
                <a:solidFill>
                  <a:srgbClr val="FFFFFF"/>
                </a:solidFill>
              </a:rPr>
              <a:t xml:space="preserve"> de Sprints 2026 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10607040" y="91440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607040" y="91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FAMILHÃO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3151" y="786384"/>
            <a:ext cx="12077501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49824" y="786384"/>
            <a:ext cx="103791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254496" y="786384"/>
            <a:ext cx="919966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967728" y="786384"/>
            <a:ext cx="967144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39" y="786384"/>
            <a:ext cx="5661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Sprint</a:t>
            </a:r>
            <a:endParaRPr lang="en-US" sz="700"/>
          </a:p>
        </p:txBody>
      </p:sp>
      <p:sp>
        <p:nvSpPr>
          <p:cNvPr id="11" name="Text 9"/>
          <p:cNvSpPr/>
          <p:nvPr/>
        </p:nvSpPr>
        <p:spPr>
          <a:xfrm>
            <a:off x="566928" y="786384"/>
            <a:ext cx="754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Kickoff</a:t>
            </a:r>
            <a:endParaRPr lang="en-US" sz="700"/>
          </a:p>
        </p:txBody>
      </p:sp>
      <p:sp>
        <p:nvSpPr>
          <p:cNvPr id="12" name="Text 10"/>
          <p:cNvSpPr/>
          <p:nvPr/>
        </p:nvSpPr>
        <p:spPr>
          <a:xfrm>
            <a:off x="1188720" y="786384"/>
            <a:ext cx="919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Refin. Neg.</a:t>
            </a:r>
            <a:endParaRPr lang="en-US" sz="700"/>
          </a:p>
        </p:txBody>
      </p:sp>
      <p:sp>
        <p:nvSpPr>
          <p:cNvPr id="13" name="Text 11"/>
          <p:cNvSpPr/>
          <p:nvPr/>
        </p:nvSpPr>
        <p:spPr>
          <a:xfrm>
            <a:off x="1938528" y="786384"/>
            <a:ext cx="919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 xml:space="preserve">Refin. </a:t>
            </a:r>
            <a:r>
              <a:rPr lang="en-US" sz="700" b="1" err="1">
                <a:solidFill>
                  <a:srgbClr val="FFFFFF"/>
                </a:solidFill>
              </a:rPr>
              <a:t>Téc</a:t>
            </a:r>
            <a:r>
              <a:rPr lang="en-US" sz="700" b="1">
                <a:solidFill>
                  <a:srgbClr val="FFFFFF"/>
                </a:solidFill>
              </a:rPr>
              <a:t>.</a:t>
            </a:r>
            <a:endParaRPr lang="en-US" sz="700"/>
          </a:p>
        </p:txBody>
      </p:sp>
      <p:sp>
        <p:nvSpPr>
          <p:cNvPr id="14" name="Text 12"/>
          <p:cNvSpPr/>
          <p:nvPr/>
        </p:nvSpPr>
        <p:spPr>
          <a:xfrm>
            <a:off x="2688336" y="786384"/>
            <a:ext cx="1344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err="1">
                <a:solidFill>
                  <a:srgbClr val="FFFFFF"/>
                </a:solidFill>
              </a:rPr>
              <a:t>Período</a:t>
            </a:r>
            <a:r>
              <a:rPr lang="en-US" sz="700" b="1">
                <a:solidFill>
                  <a:srgbClr val="FFFFFF"/>
                </a:solidFill>
              </a:rPr>
              <a:t xml:space="preserve"> Sprint</a:t>
            </a:r>
            <a:endParaRPr lang="en-US" sz="700"/>
          </a:p>
        </p:txBody>
      </p:sp>
      <p:sp>
        <p:nvSpPr>
          <p:cNvPr id="15" name="Text 13"/>
          <p:cNvSpPr/>
          <p:nvPr/>
        </p:nvSpPr>
        <p:spPr>
          <a:xfrm>
            <a:off x="3767327" y="786384"/>
            <a:ext cx="6840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err="1">
                <a:solidFill>
                  <a:srgbClr val="FFFFFF"/>
                </a:solidFill>
              </a:rPr>
              <a:t>Planej</a:t>
            </a:r>
            <a:r>
              <a:rPr lang="en-US" sz="700" b="1">
                <a:solidFill>
                  <a:srgbClr val="FFFFFF"/>
                </a:solidFill>
              </a:rPr>
              <a:t>.</a:t>
            </a:r>
            <a:endParaRPr lang="en-US" sz="700"/>
          </a:p>
        </p:txBody>
      </p:sp>
      <p:sp>
        <p:nvSpPr>
          <p:cNvPr id="16" name="Text 14"/>
          <p:cNvSpPr/>
          <p:nvPr/>
        </p:nvSpPr>
        <p:spPr>
          <a:xfrm>
            <a:off x="4334255" y="786384"/>
            <a:ext cx="6840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err="1">
                <a:solidFill>
                  <a:srgbClr val="FFFFFF"/>
                </a:solidFill>
              </a:rPr>
              <a:t>Comitê</a:t>
            </a:r>
            <a:endParaRPr lang="en-US" sz="700" err="1"/>
          </a:p>
        </p:txBody>
      </p:sp>
      <p:sp>
        <p:nvSpPr>
          <p:cNvPr id="17" name="Text 15"/>
          <p:cNvSpPr/>
          <p:nvPr/>
        </p:nvSpPr>
        <p:spPr>
          <a:xfrm>
            <a:off x="4901183" y="786384"/>
            <a:ext cx="6840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Deploy</a:t>
            </a:r>
            <a:endParaRPr lang="en-US" sz="700"/>
          </a:p>
        </p:txBody>
      </p:sp>
      <p:sp>
        <p:nvSpPr>
          <p:cNvPr id="18" name="Text 16"/>
          <p:cNvSpPr/>
          <p:nvPr/>
        </p:nvSpPr>
        <p:spPr>
          <a:xfrm>
            <a:off x="5468111" y="786384"/>
            <a:ext cx="9907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7DD3FC"/>
                </a:solidFill>
              </a:rPr>
              <a:t xml:space="preserve">Teste </a:t>
            </a:r>
            <a:r>
              <a:rPr lang="en-US" sz="700" b="1" err="1">
                <a:solidFill>
                  <a:srgbClr val="7DD3FC"/>
                </a:solidFill>
              </a:rPr>
              <a:t>em</a:t>
            </a:r>
            <a:r>
              <a:rPr lang="en-US" sz="700" b="1">
                <a:solidFill>
                  <a:srgbClr val="7DD3FC"/>
                </a:solidFill>
              </a:rPr>
              <a:t xml:space="preserve"> Prod</a:t>
            </a:r>
            <a:endParaRPr lang="en-US" sz="700"/>
          </a:p>
        </p:txBody>
      </p:sp>
      <p:sp>
        <p:nvSpPr>
          <p:cNvPr id="19" name="Text 17"/>
          <p:cNvSpPr/>
          <p:nvPr/>
        </p:nvSpPr>
        <p:spPr>
          <a:xfrm>
            <a:off x="6272784" y="786384"/>
            <a:ext cx="87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err="1">
                <a:solidFill>
                  <a:srgbClr val="7DD3FC"/>
                </a:solidFill>
              </a:rPr>
              <a:t>Implantação</a:t>
            </a:r>
            <a:endParaRPr lang="en-US" sz="700" err="1"/>
          </a:p>
        </p:txBody>
      </p:sp>
      <p:sp>
        <p:nvSpPr>
          <p:cNvPr id="20" name="Text 18"/>
          <p:cNvSpPr/>
          <p:nvPr/>
        </p:nvSpPr>
        <p:spPr>
          <a:xfrm>
            <a:off x="6986016" y="786384"/>
            <a:ext cx="919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7DD3FC"/>
                </a:solidFill>
              </a:rPr>
              <a:t xml:space="preserve">Data </a:t>
            </a:r>
            <a:r>
              <a:rPr lang="en-US" sz="700" b="1" err="1">
                <a:solidFill>
                  <a:srgbClr val="7DD3FC"/>
                </a:solidFill>
              </a:rPr>
              <a:t>Comercial</a:t>
            </a:r>
            <a:endParaRPr lang="en-US" sz="700" err="1"/>
          </a:p>
        </p:txBody>
      </p:sp>
      <p:sp>
        <p:nvSpPr>
          <p:cNvPr id="21" name="Text 19"/>
          <p:cNvSpPr/>
          <p:nvPr/>
        </p:nvSpPr>
        <p:spPr>
          <a:xfrm>
            <a:off x="7735824" y="786384"/>
            <a:ext cx="2170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err="1">
                <a:solidFill>
                  <a:srgbClr val="FFFFFF"/>
                </a:solidFill>
              </a:rPr>
              <a:t>Projeto</a:t>
            </a:r>
            <a:endParaRPr lang="en-US" sz="700" err="1"/>
          </a:p>
        </p:txBody>
      </p:sp>
      <p:sp>
        <p:nvSpPr>
          <p:cNvPr id="212" name="Shape 20">
            <a:extLst>
              <a:ext uri="{FF2B5EF4-FFF2-40B4-BE49-F238E27FC236}">
                <a16:creationId xmlns:a16="http://schemas.microsoft.com/office/drawing/2014/main" id="{410B6C32-DDE7-4D71-CB77-026E67BDB683}"/>
              </a:ext>
            </a:extLst>
          </p:cNvPr>
          <p:cNvSpPr/>
          <p:nvPr/>
        </p:nvSpPr>
        <p:spPr>
          <a:xfrm>
            <a:off x="73151" y="1075562"/>
            <a:ext cx="12077501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14" name="Text 21">
            <a:extLst>
              <a:ext uri="{FF2B5EF4-FFF2-40B4-BE49-F238E27FC236}">
                <a16:creationId xmlns:a16="http://schemas.microsoft.com/office/drawing/2014/main" id="{8D65D9A7-11BB-CB51-A4E1-C3DDB233B058}"/>
              </a:ext>
            </a:extLst>
          </p:cNvPr>
          <p:cNvSpPr/>
          <p:nvPr/>
        </p:nvSpPr>
        <p:spPr>
          <a:xfrm>
            <a:off x="100584" y="1075562"/>
            <a:ext cx="542544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chemeClr val="bg2"/>
                </a:solidFill>
              </a:rPr>
              <a:t>S1</a:t>
            </a:r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216" name="Text 22">
            <a:extLst>
              <a:ext uri="{FF2B5EF4-FFF2-40B4-BE49-F238E27FC236}">
                <a16:creationId xmlns:a16="http://schemas.microsoft.com/office/drawing/2014/main" id="{4CCB457A-F708-98DB-E3E1-44D7CE6B8E18}"/>
              </a:ext>
            </a:extLst>
          </p:cNvPr>
          <p:cNvSpPr/>
          <p:nvPr/>
        </p:nvSpPr>
        <p:spPr>
          <a:xfrm>
            <a:off x="576071" y="1075562"/>
            <a:ext cx="731255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21/01</a:t>
            </a:r>
          </a:p>
        </p:txBody>
      </p:sp>
      <p:sp>
        <p:nvSpPr>
          <p:cNvPr id="218" name="Text 23">
            <a:extLst>
              <a:ext uri="{FF2B5EF4-FFF2-40B4-BE49-F238E27FC236}">
                <a16:creationId xmlns:a16="http://schemas.microsoft.com/office/drawing/2014/main" id="{2DE22170-DD14-83A0-B84D-1475708954A6}"/>
              </a:ext>
            </a:extLst>
          </p:cNvPr>
          <p:cNvSpPr/>
          <p:nvPr/>
        </p:nvSpPr>
        <p:spPr>
          <a:xfrm>
            <a:off x="1197863" y="1075562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22/01 – 28/01</a:t>
            </a:r>
          </a:p>
        </p:txBody>
      </p:sp>
      <p:sp>
        <p:nvSpPr>
          <p:cNvPr id="220" name="Text 24">
            <a:extLst>
              <a:ext uri="{FF2B5EF4-FFF2-40B4-BE49-F238E27FC236}">
                <a16:creationId xmlns:a16="http://schemas.microsoft.com/office/drawing/2014/main" id="{CBE1F823-478B-9440-0F58-52F84FD31FC7}"/>
              </a:ext>
            </a:extLst>
          </p:cNvPr>
          <p:cNvSpPr/>
          <p:nvPr/>
        </p:nvSpPr>
        <p:spPr>
          <a:xfrm>
            <a:off x="1947671" y="1075562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29/01 – 03/02</a:t>
            </a:r>
          </a:p>
        </p:txBody>
      </p:sp>
      <p:sp>
        <p:nvSpPr>
          <p:cNvPr id="222" name="Text 25">
            <a:extLst>
              <a:ext uri="{FF2B5EF4-FFF2-40B4-BE49-F238E27FC236}">
                <a16:creationId xmlns:a16="http://schemas.microsoft.com/office/drawing/2014/main" id="{1CDBE3B7-E40D-A05A-2826-A37BCB3B2CBD}"/>
              </a:ext>
            </a:extLst>
          </p:cNvPr>
          <p:cNvSpPr/>
          <p:nvPr/>
        </p:nvSpPr>
        <p:spPr>
          <a:xfrm>
            <a:off x="2697479" y="1075562"/>
            <a:ext cx="13209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04/02 – 18/02</a:t>
            </a:r>
          </a:p>
        </p:txBody>
      </p:sp>
      <p:sp>
        <p:nvSpPr>
          <p:cNvPr id="224" name="Text 26">
            <a:extLst>
              <a:ext uri="{FF2B5EF4-FFF2-40B4-BE49-F238E27FC236}">
                <a16:creationId xmlns:a16="http://schemas.microsoft.com/office/drawing/2014/main" id="{BE40F00A-E0F6-CACE-9ABF-5DE6D8DD7912}"/>
              </a:ext>
            </a:extLst>
          </p:cNvPr>
          <p:cNvSpPr/>
          <p:nvPr/>
        </p:nvSpPr>
        <p:spPr>
          <a:xfrm>
            <a:off x="3776472" y="1075562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chemeClr val="bg2"/>
                </a:solidFill>
              </a:rPr>
              <a:t>19/02</a:t>
            </a:r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226" name="Text 27">
            <a:extLst>
              <a:ext uri="{FF2B5EF4-FFF2-40B4-BE49-F238E27FC236}">
                <a16:creationId xmlns:a16="http://schemas.microsoft.com/office/drawing/2014/main" id="{24604FC4-B042-F0BB-A66E-0DCA6210535A}"/>
              </a:ext>
            </a:extLst>
          </p:cNvPr>
          <p:cNvSpPr/>
          <p:nvPr/>
        </p:nvSpPr>
        <p:spPr>
          <a:xfrm>
            <a:off x="4343400" y="1075562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—</a:t>
            </a:r>
          </a:p>
        </p:txBody>
      </p:sp>
      <p:sp>
        <p:nvSpPr>
          <p:cNvPr id="228" name="Text 28">
            <a:extLst>
              <a:ext uri="{FF2B5EF4-FFF2-40B4-BE49-F238E27FC236}">
                <a16:creationId xmlns:a16="http://schemas.microsoft.com/office/drawing/2014/main" id="{4DC062F3-6C78-67E7-65D3-6618E24A1581}"/>
              </a:ext>
            </a:extLst>
          </p:cNvPr>
          <p:cNvSpPr/>
          <p:nvPr/>
        </p:nvSpPr>
        <p:spPr>
          <a:xfrm>
            <a:off x="4910328" y="1075562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—</a:t>
            </a:r>
          </a:p>
        </p:txBody>
      </p:sp>
      <p:sp>
        <p:nvSpPr>
          <p:cNvPr id="230" name="Shape 29">
            <a:extLst>
              <a:ext uri="{FF2B5EF4-FFF2-40B4-BE49-F238E27FC236}">
                <a16:creationId xmlns:a16="http://schemas.microsoft.com/office/drawing/2014/main" id="{7F44CE19-81DE-2DE9-9B84-DA9A67C6A431}"/>
              </a:ext>
            </a:extLst>
          </p:cNvPr>
          <p:cNvSpPr/>
          <p:nvPr/>
        </p:nvSpPr>
        <p:spPr>
          <a:xfrm>
            <a:off x="5449824" y="1075562"/>
            <a:ext cx="1037910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32" name="Shape 30">
            <a:extLst>
              <a:ext uri="{FF2B5EF4-FFF2-40B4-BE49-F238E27FC236}">
                <a16:creationId xmlns:a16="http://schemas.microsoft.com/office/drawing/2014/main" id="{107CA8D0-3B22-3608-D427-C4C2784749FC}"/>
              </a:ext>
            </a:extLst>
          </p:cNvPr>
          <p:cNvSpPr/>
          <p:nvPr/>
        </p:nvSpPr>
        <p:spPr>
          <a:xfrm>
            <a:off x="6254496" y="1075562"/>
            <a:ext cx="919966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34" name="Shape 31">
            <a:extLst>
              <a:ext uri="{FF2B5EF4-FFF2-40B4-BE49-F238E27FC236}">
                <a16:creationId xmlns:a16="http://schemas.microsoft.com/office/drawing/2014/main" id="{8A3DD0FC-43A6-A923-BD84-0FC8AFC88129}"/>
              </a:ext>
            </a:extLst>
          </p:cNvPr>
          <p:cNvSpPr/>
          <p:nvPr/>
        </p:nvSpPr>
        <p:spPr>
          <a:xfrm>
            <a:off x="6967728" y="1075562"/>
            <a:ext cx="967144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36" name="Shape 32">
            <a:extLst>
              <a:ext uri="{FF2B5EF4-FFF2-40B4-BE49-F238E27FC236}">
                <a16:creationId xmlns:a16="http://schemas.microsoft.com/office/drawing/2014/main" id="{B04B8F3E-D381-3167-0358-9087D6FDFF75}"/>
              </a:ext>
            </a:extLst>
          </p:cNvPr>
          <p:cNvSpPr/>
          <p:nvPr/>
        </p:nvSpPr>
        <p:spPr>
          <a:xfrm>
            <a:off x="73151" y="1340738"/>
            <a:ext cx="12077501" cy="23202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38" name="Text 33">
            <a:extLst>
              <a:ext uri="{FF2B5EF4-FFF2-40B4-BE49-F238E27FC236}">
                <a16:creationId xmlns:a16="http://schemas.microsoft.com/office/drawing/2014/main" id="{9B8798BE-B72E-AF9D-AAC1-1A913831995C}"/>
              </a:ext>
            </a:extLst>
          </p:cNvPr>
          <p:cNvSpPr/>
          <p:nvPr/>
        </p:nvSpPr>
        <p:spPr>
          <a:xfrm>
            <a:off x="100584" y="1340738"/>
            <a:ext cx="542544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chemeClr val="bg2"/>
                </a:solidFill>
              </a:rPr>
              <a:t>S2</a:t>
            </a:r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240" name="Text 34">
            <a:extLst>
              <a:ext uri="{FF2B5EF4-FFF2-40B4-BE49-F238E27FC236}">
                <a16:creationId xmlns:a16="http://schemas.microsoft.com/office/drawing/2014/main" id="{0FA581F1-E3B5-3522-5F94-C4F815CC82B8}"/>
              </a:ext>
            </a:extLst>
          </p:cNvPr>
          <p:cNvSpPr/>
          <p:nvPr/>
        </p:nvSpPr>
        <p:spPr>
          <a:xfrm>
            <a:off x="576071" y="1340738"/>
            <a:ext cx="731255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04/02</a:t>
            </a:r>
          </a:p>
        </p:txBody>
      </p:sp>
      <p:sp>
        <p:nvSpPr>
          <p:cNvPr id="242" name="Text 35">
            <a:extLst>
              <a:ext uri="{FF2B5EF4-FFF2-40B4-BE49-F238E27FC236}">
                <a16:creationId xmlns:a16="http://schemas.microsoft.com/office/drawing/2014/main" id="{6FF2378F-3FE2-B531-49E4-A9FD3E466444}"/>
              </a:ext>
            </a:extLst>
          </p:cNvPr>
          <p:cNvSpPr/>
          <p:nvPr/>
        </p:nvSpPr>
        <p:spPr>
          <a:xfrm>
            <a:off x="1197863" y="1340738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05/02 – 11/02</a:t>
            </a:r>
          </a:p>
        </p:txBody>
      </p:sp>
      <p:sp>
        <p:nvSpPr>
          <p:cNvPr id="244" name="Text 36">
            <a:extLst>
              <a:ext uri="{FF2B5EF4-FFF2-40B4-BE49-F238E27FC236}">
                <a16:creationId xmlns:a16="http://schemas.microsoft.com/office/drawing/2014/main" id="{EA8AD6E3-8495-D8E0-E3E2-281D8526F66D}"/>
              </a:ext>
            </a:extLst>
          </p:cNvPr>
          <p:cNvSpPr/>
          <p:nvPr/>
        </p:nvSpPr>
        <p:spPr>
          <a:xfrm>
            <a:off x="1947671" y="1340738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12/02 – 19/02</a:t>
            </a:r>
          </a:p>
        </p:txBody>
      </p:sp>
      <p:sp>
        <p:nvSpPr>
          <p:cNvPr id="246" name="Text 37">
            <a:extLst>
              <a:ext uri="{FF2B5EF4-FFF2-40B4-BE49-F238E27FC236}">
                <a16:creationId xmlns:a16="http://schemas.microsoft.com/office/drawing/2014/main" id="{C20CC2F2-827F-D02B-9E46-230A64533D38}"/>
              </a:ext>
            </a:extLst>
          </p:cNvPr>
          <p:cNvSpPr/>
          <p:nvPr/>
        </p:nvSpPr>
        <p:spPr>
          <a:xfrm>
            <a:off x="2697479" y="1340738"/>
            <a:ext cx="13209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20/02 – 05/03</a:t>
            </a:r>
          </a:p>
        </p:txBody>
      </p:sp>
      <p:sp>
        <p:nvSpPr>
          <p:cNvPr id="248" name="Text 38">
            <a:extLst>
              <a:ext uri="{FF2B5EF4-FFF2-40B4-BE49-F238E27FC236}">
                <a16:creationId xmlns:a16="http://schemas.microsoft.com/office/drawing/2014/main" id="{2D33EB1B-F513-1A33-037C-C503984BD1C4}"/>
              </a:ext>
            </a:extLst>
          </p:cNvPr>
          <p:cNvSpPr/>
          <p:nvPr/>
        </p:nvSpPr>
        <p:spPr>
          <a:xfrm>
            <a:off x="3776472" y="1340738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chemeClr val="bg2"/>
                </a:solidFill>
              </a:rPr>
              <a:t>06/03</a:t>
            </a:r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250" name="Text 39">
            <a:extLst>
              <a:ext uri="{FF2B5EF4-FFF2-40B4-BE49-F238E27FC236}">
                <a16:creationId xmlns:a16="http://schemas.microsoft.com/office/drawing/2014/main" id="{FAB1CF8F-1236-E05F-02FB-6C0C700432F7}"/>
              </a:ext>
            </a:extLst>
          </p:cNvPr>
          <p:cNvSpPr/>
          <p:nvPr/>
        </p:nvSpPr>
        <p:spPr>
          <a:xfrm>
            <a:off x="4343400" y="1340738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—</a:t>
            </a:r>
          </a:p>
        </p:txBody>
      </p:sp>
      <p:sp>
        <p:nvSpPr>
          <p:cNvPr id="252" name="Text 40">
            <a:extLst>
              <a:ext uri="{FF2B5EF4-FFF2-40B4-BE49-F238E27FC236}">
                <a16:creationId xmlns:a16="http://schemas.microsoft.com/office/drawing/2014/main" id="{E1016226-081D-FF92-FF1B-655AA80E4A72}"/>
              </a:ext>
            </a:extLst>
          </p:cNvPr>
          <p:cNvSpPr/>
          <p:nvPr/>
        </p:nvSpPr>
        <p:spPr>
          <a:xfrm>
            <a:off x="4910328" y="1340738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—</a:t>
            </a:r>
          </a:p>
        </p:txBody>
      </p:sp>
      <p:sp>
        <p:nvSpPr>
          <p:cNvPr id="254" name="Shape 41">
            <a:extLst>
              <a:ext uri="{FF2B5EF4-FFF2-40B4-BE49-F238E27FC236}">
                <a16:creationId xmlns:a16="http://schemas.microsoft.com/office/drawing/2014/main" id="{C9936A6E-1716-57E7-7BC5-34E22A28B5D8}"/>
              </a:ext>
            </a:extLst>
          </p:cNvPr>
          <p:cNvSpPr/>
          <p:nvPr/>
        </p:nvSpPr>
        <p:spPr>
          <a:xfrm>
            <a:off x="5449824" y="1340738"/>
            <a:ext cx="1037910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56" name="Shape 42">
            <a:extLst>
              <a:ext uri="{FF2B5EF4-FFF2-40B4-BE49-F238E27FC236}">
                <a16:creationId xmlns:a16="http://schemas.microsoft.com/office/drawing/2014/main" id="{4B141F1F-AD65-69BD-564B-BFC943FF2704}"/>
              </a:ext>
            </a:extLst>
          </p:cNvPr>
          <p:cNvSpPr/>
          <p:nvPr/>
        </p:nvSpPr>
        <p:spPr>
          <a:xfrm>
            <a:off x="6254496" y="1340738"/>
            <a:ext cx="919966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58" name="Shape 43">
            <a:extLst>
              <a:ext uri="{FF2B5EF4-FFF2-40B4-BE49-F238E27FC236}">
                <a16:creationId xmlns:a16="http://schemas.microsoft.com/office/drawing/2014/main" id="{86C734E7-9103-DBD8-7D7C-DCBEBFDBD74F}"/>
              </a:ext>
            </a:extLst>
          </p:cNvPr>
          <p:cNvSpPr/>
          <p:nvPr/>
        </p:nvSpPr>
        <p:spPr>
          <a:xfrm>
            <a:off x="6967728" y="1340738"/>
            <a:ext cx="967144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60" name="Shape 44">
            <a:extLst>
              <a:ext uri="{FF2B5EF4-FFF2-40B4-BE49-F238E27FC236}">
                <a16:creationId xmlns:a16="http://schemas.microsoft.com/office/drawing/2014/main" id="{C06BE280-58AE-FA47-112A-EC0B8E9D532D}"/>
              </a:ext>
            </a:extLst>
          </p:cNvPr>
          <p:cNvSpPr/>
          <p:nvPr/>
        </p:nvSpPr>
        <p:spPr>
          <a:xfrm>
            <a:off x="73151" y="1605914"/>
            <a:ext cx="12077501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62" name="Text 45">
            <a:extLst>
              <a:ext uri="{FF2B5EF4-FFF2-40B4-BE49-F238E27FC236}">
                <a16:creationId xmlns:a16="http://schemas.microsoft.com/office/drawing/2014/main" id="{23C5AEB6-0B5E-043B-2A79-9B4ACF1365E2}"/>
              </a:ext>
            </a:extLst>
          </p:cNvPr>
          <p:cNvSpPr/>
          <p:nvPr/>
        </p:nvSpPr>
        <p:spPr>
          <a:xfrm>
            <a:off x="100584" y="1605914"/>
            <a:ext cx="542544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chemeClr val="bg2"/>
                </a:solidFill>
              </a:rPr>
              <a:t>S3</a:t>
            </a:r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264" name="Text 46">
            <a:extLst>
              <a:ext uri="{FF2B5EF4-FFF2-40B4-BE49-F238E27FC236}">
                <a16:creationId xmlns:a16="http://schemas.microsoft.com/office/drawing/2014/main" id="{563A6567-7FD2-63B3-646E-7EF4A99032A5}"/>
              </a:ext>
            </a:extLst>
          </p:cNvPr>
          <p:cNvSpPr/>
          <p:nvPr/>
        </p:nvSpPr>
        <p:spPr>
          <a:xfrm>
            <a:off x="576071" y="1605914"/>
            <a:ext cx="731255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20/02</a:t>
            </a:r>
          </a:p>
        </p:txBody>
      </p:sp>
      <p:sp>
        <p:nvSpPr>
          <p:cNvPr id="266" name="Text 47">
            <a:extLst>
              <a:ext uri="{FF2B5EF4-FFF2-40B4-BE49-F238E27FC236}">
                <a16:creationId xmlns:a16="http://schemas.microsoft.com/office/drawing/2014/main" id="{AB2DBEF7-3B57-1136-B079-7F65EC8BA2ED}"/>
              </a:ext>
            </a:extLst>
          </p:cNvPr>
          <p:cNvSpPr/>
          <p:nvPr/>
        </p:nvSpPr>
        <p:spPr>
          <a:xfrm>
            <a:off x="1197863" y="1605914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23/02 – 27/02</a:t>
            </a:r>
          </a:p>
        </p:txBody>
      </p:sp>
      <p:sp>
        <p:nvSpPr>
          <p:cNvPr id="268" name="Text 48">
            <a:extLst>
              <a:ext uri="{FF2B5EF4-FFF2-40B4-BE49-F238E27FC236}">
                <a16:creationId xmlns:a16="http://schemas.microsoft.com/office/drawing/2014/main" id="{5A5AE83D-E4E8-D22D-0EB4-2F722CD758B3}"/>
              </a:ext>
            </a:extLst>
          </p:cNvPr>
          <p:cNvSpPr/>
          <p:nvPr/>
        </p:nvSpPr>
        <p:spPr>
          <a:xfrm>
            <a:off x="1947671" y="1605914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02/03 – 06/03</a:t>
            </a:r>
          </a:p>
        </p:txBody>
      </p:sp>
      <p:sp>
        <p:nvSpPr>
          <p:cNvPr id="270" name="Text 49">
            <a:extLst>
              <a:ext uri="{FF2B5EF4-FFF2-40B4-BE49-F238E27FC236}">
                <a16:creationId xmlns:a16="http://schemas.microsoft.com/office/drawing/2014/main" id="{B28C747C-F4E8-12BF-E5C1-C48DF49D27F2}"/>
              </a:ext>
            </a:extLst>
          </p:cNvPr>
          <p:cNvSpPr/>
          <p:nvPr/>
        </p:nvSpPr>
        <p:spPr>
          <a:xfrm>
            <a:off x="2697479" y="1605914"/>
            <a:ext cx="13209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09/03 – 20/03</a:t>
            </a:r>
          </a:p>
        </p:txBody>
      </p:sp>
      <p:sp>
        <p:nvSpPr>
          <p:cNvPr id="272" name="Text 50">
            <a:extLst>
              <a:ext uri="{FF2B5EF4-FFF2-40B4-BE49-F238E27FC236}">
                <a16:creationId xmlns:a16="http://schemas.microsoft.com/office/drawing/2014/main" id="{B9109720-A535-4658-F6B7-035837DF94A1}"/>
              </a:ext>
            </a:extLst>
          </p:cNvPr>
          <p:cNvSpPr/>
          <p:nvPr/>
        </p:nvSpPr>
        <p:spPr>
          <a:xfrm>
            <a:off x="3776472" y="1605914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chemeClr val="bg2"/>
                </a:solidFill>
              </a:rPr>
              <a:t>23/03</a:t>
            </a:r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274" name="Text 51">
            <a:extLst>
              <a:ext uri="{FF2B5EF4-FFF2-40B4-BE49-F238E27FC236}">
                <a16:creationId xmlns:a16="http://schemas.microsoft.com/office/drawing/2014/main" id="{A8311709-703A-048D-6458-286DF880FF29}"/>
              </a:ext>
            </a:extLst>
          </p:cNvPr>
          <p:cNvSpPr/>
          <p:nvPr/>
        </p:nvSpPr>
        <p:spPr>
          <a:xfrm>
            <a:off x="4343400" y="1605914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—</a:t>
            </a:r>
          </a:p>
        </p:txBody>
      </p:sp>
      <p:sp>
        <p:nvSpPr>
          <p:cNvPr id="276" name="Text 52">
            <a:extLst>
              <a:ext uri="{FF2B5EF4-FFF2-40B4-BE49-F238E27FC236}">
                <a16:creationId xmlns:a16="http://schemas.microsoft.com/office/drawing/2014/main" id="{B3C5893A-16E2-F460-8486-37FF98194038}"/>
              </a:ext>
            </a:extLst>
          </p:cNvPr>
          <p:cNvSpPr/>
          <p:nvPr/>
        </p:nvSpPr>
        <p:spPr>
          <a:xfrm>
            <a:off x="4910328" y="1605914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—</a:t>
            </a:r>
          </a:p>
        </p:txBody>
      </p:sp>
      <p:sp>
        <p:nvSpPr>
          <p:cNvPr id="278" name="Shape 53">
            <a:extLst>
              <a:ext uri="{FF2B5EF4-FFF2-40B4-BE49-F238E27FC236}">
                <a16:creationId xmlns:a16="http://schemas.microsoft.com/office/drawing/2014/main" id="{95C063C4-E168-3651-6C9B-FF9261842864}"/>
              </a:ext>
            </a:extLst>
          </p:cNvPr>
          <p:cNvSpPr/>
          <p:nvPr/>
        </p:nvSpPr>
        <p:spPr>
          <a:xfrm>
            <a:off x="5449824" y="1605914"/>
            <a:ext cx="1037910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80" name="Shape 54">
            <a:extLst>
              <a:ext uri="{FF2B5EF4-FFF2-40B4-BE49-F238E27FC236}">
                <a16:creationId xmlns:a16="http://schemas.microsoft.com/office/drawing/2014/main" id="{0436DCC1-8BC6-DB3A-E31C-83CDFA26D1CF}"/>
              </a:ext>
            </a:extLst>
          </p:cNvPr>
          <p:cNvSpPr/>
          <p:nvPr/>
        </p:nvSpPr>
        <p:spPr>
          <a:xfrm>
            <a:off x="6254496" y="1605914"/>
            <a:ext cx="919966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82" name="Shape 55">
            <a:extLst>
              <a:ext uri="{FF2B5EF4-FFF2-40B4-BE49-F238E27FC236}">
                <a16:creationId xmlns:a16="http://schemas.microsoft.com/office/drawing/2014/main" id="{F3439C7D-5D53-442D-48A9-22B099B298B8}"/>
              </a:ext>
            </a:extLst>
          </p:cNvPr>
          <p:cNvSpPr/>
          <p:nvPr/>
        </p:nvSpPr>
        <p:spPr>
          <a:xfrm>
            <a:off x="6967728" y="1605914"/>
            <a:ext cx="967144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84" name="Shape 56">
            <a:extLst>
              <a:ext uri="{FF2B5EF4-FFF2-40B4-BE49-F238E27FC236}">
                <a16:creationId xmlns:a16="http://schemas.microsoft.com/office/drawing/2014/main" id="{91F2931A-D284-DAB6-868D-A3181ECB7C91}"/>
              </a:ext>
            </a:extLst>
          </p:cNvPr>
          <p:cNvSpPr/>
          <p:nvPr/>
        </p:nvSpPr>
        <p:spPr>
          <a:xfrm>
            <a:off x="73151" y="1871090"/>
            <a:ext cx="12077501" cy="23202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286" name="Text 57">
            <a:extLst>
              <a:ext uri="{FF2B5EF4-FFF2-40B4-BE49-F238E27FC236}">
                <a16:creationId xmlns:a16="http://schemas.microsoft.com/office/drawing/2014/main" id="{35C0FD70-0214-4478-56C0-B0C0FAEB2FC5}"/>
              </a:ext>
            </a:extLst>
          </p:cNvPr>
          <p:cNvSpPr/>
          <p:nvPr/>
        </p:nvSpPr>
        <p:spPr>
          <a:xfrm>
            <a:off x="100584" y="1871090"/>
            <a:ext cx="542544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chemeClr val="bg2"/>
                </a:solidFill>
              </a:rPr>
              <a:t>S4</a:t>
            </a:r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288" name="Text 58">
            <a:extLst>
              <a:ext uri="{FF2B5EF4-FFF2-40B4-BE49-F238E27FC236}">
                <a16:creationId xmlns:a16="http://schemas.microsoft.com/office/drawing/2014/main" id="{8A0503F4-6B20-ECDB-2DC7-0635E407C2C6}"/>
              </a:ext>
            </a:extLst>
          </p:cNvPr>
          <p:cNvSpPr/>
          <p:nvPr/>
        </p:nvSpPr>
        <p:spPr>
          <a:xfrm>
            <a:off x="576071" y="1871090"/>
            <a:ext cx="731255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09/03</a:t>
            </a:r>
          </a:p>
        </p:txBody>
      </p:sp>
      <p:sp>
        <p:nvSpPr>
          <p:cNvPr id="290" name="Text 59">
            <a:extLst>
              <a:ext uri="{FF2B5EF4-FFF2-40B4-BE49-F238E27FC236}">
                <a16:creationId xmlns:a16="http://schemas.microsoft.com/office/drawing/2014/main" id="{53B05612-CB80-5C50-B815-ED9D841F2864}"/>
              </a:ext>
            </a:extLst>
          </p:cNvPr>
          <p:cNvSpPr/>
          <p:nvPr/>
        </p:nvSpPr>
        <p:spPr>
          <a:xfrm>
            <a:off x="1197863" y="1871090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10/03 – 16/03</a:t>
            </a:r>
          </a:p>
        </p:txBody>
      </p:sp>
      <p:sp>
        <p:nvSpPr>
          <p:cNvPr id="292" name="Text 60">
            <a:extLst>
              <a:ext uri="{FF2B5EF4-FFF2-40B4-BE49-F238E27FC236}">
                <a16:creationId xmlns:a16="http://schemas.microsoft.com/office/drawing/2014/main" id="{83CB1CFF-2B43-99EF-03B0-4D4EE5881BAF}"/>
              </a:ext>
            </a:extLst>
          </p:cNvPr>
          <p:cNvSpPr/>
          <p:nvPr/>
        </p:nvSpPr>
        <p:spPr>
          <a:xfrm>
            <a:off x="1947671" y="1871090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17/03 – 23/03</a:t>
            </a:r>
          </a:p>
        </p:txBody>
      </p:sp>
      <p:sp>
        <p:nvSpPr>
          <p:cNvPr id="294" name="Text 61">
            <a:extLst>
              <a:ext uri="{FF2B5EF4-FFF2-40B4-BE49-F238E27FC236}">
                <a16:creationId xmlns:a16="http://schemas.microsoft.com/office/drawing/2014/main" id="{506E81C7-6948-D0A9-90D7-552F3CCBA20C}"/>
              </a:ext>
            </a:extLst>
          </p:cNvPr>
          <p:cNvSpPr/>
          <p:nvPr/>
        </p:nvSpPr>
        <p:spPr>
          <a:xfrm>
            <a:off x="2697479" y="1871090"/>
            <a:ext cx="13209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24/03 – 07/04</a:t>
            </a:r>
          </a:p>
        </p:txBody>
      </p:sp>
      <p:sp>
        <p:nvSpPr>
          <p:cNvPr id="296" name="Text 62">
            <a:extLst>
              <a:ext uri="{FF2B5EF4-FFF2-40B4-BE49-F238E27FC236}">
                <a16:creationId xmlns:a16="http://schemas.microsoft.com/office/drawing/2014/main" id="{F7C29DD5-F114-AF1C-1BCC-F2CF15775E42}"/>
              </a:ext>
            </a:extLst>
          </p:cNvPr>
          <p:cNvSpPr/>
          <p:nvPr/>
        </p:nvSpPr>
        <p:spPr>
          <a:xfrm>
            <a:off x="3776472" y="1871090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chemeClr val="bg2"/>
                </a:solidFill>
              </a:rPr>
              <a:t>08/04</a:t>
            </a:r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298" name="Text 63">
            <a:extLst>
              <a:ext uri="{FF2B5EF4-FFF2-40B4-BE49-F238E27FC236}">
                <a16:creationId xmlns:a16="http://schemas.microsoft.com/office/drawing/2014/main" id="{275FF791-B35A-5943-B1DF-7A68FBF3A7D3}"/>
              </a:ext>
            </a:extLst>
          </p:cNvPr>
          <p:cNvSpPr/>
          <p:nvPr/>
        </p:nvSpPr>
        <p:spPr>
          <a:xfrm>
            <a:off x="4343400" y="1871090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—</a:t>
            </a:r>
          </a:p>
        </p:txBody>
      </p:sp>
      <p:sp>
        <p:nvSpPr>
          <p:cNvPr id="300" name="Text 64">
            <a:extLst>
              <a:ext uri="{FF2B5EF4-FFF2-40B4-BE49-F238E27FC236}">
                <a16:creationId xmlns:a16="http://schemas.microsoft.com/office/drawing/2014/main" id="{84EC9508-02C6-7AEE-D8C0-252CF9C15331}"/>
              </a:ext>
            </a:extLst>
          </p:cNvPr>
          <p:cNvSpPr/>
          <p:nvPr/>
        </p:nvSpPr>
        <p:spPr>
          <a:xfrm>
            <a:off x="4910328" y="1871090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—</a:t>
            </a:r>
          </a:p>
        </p:txBody>
      </p:sp>
      <p:sp>
        <p:nvSpPr>
          <p:cNvPr id="302" name="Shape 65">
            <a:extLst>
              <a:ext uri="{FF2B5EF4-FFF2-40B4-BE49-F238E27FC236}">
                <a16:creationId xmlns:a16="http://schemas.microsoft.com/office/drawing/2014/main" id="{A1EEED5D-B021-9617-4F77-9DA75204FC6A}"/>
              </a:ext>
            </a:extLst>
          </p:cNvPr>
          <p:cNvSpPr/>
          <p:nvPr/>
        </p:nvSpPr>
        <p:spPr>
          <a:xfrm>
            <a:off x="5449824" y="1871090"/>
            <a:ext cx="1037910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304" name="Shape 66">
            <a:extLst>
              <a:ext uri="{FF2B5EF4-FFF2-40B4-BE49-F238E27FC236}">
                <a16:creationId xmlns:a16="http://schemas.microsoft.com/office/drawing/2014/main" id="{146807CE-663F-6329-51CF-D91881B55FDE}"/>
              </a:ext>
            </a:extLst>
          </p:cNvPr>
          <p:cNvSpPr/>
          <p:nvPr/>
        </p:nvSpPr>
        <p:spPr>
          <a:xfrm>
            <a:off x="6254496" y="1871090"/>
            <a:ext cx="919966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306" name="Shape 67">
            <a:extLst>
              <a:ext uri="{FF2B5EF4-FFF2-40B4-BE49-F238E27FC236}">
                <a16:creationId xmlns:a16="http://schemas.microsoft.com/office/drawing/2014/main" id="{5B14DB6A-BB4D-1605-4684-B875CBD4E1C6}"/>
              </a:ext>
            </a:extLst>
          </p:cNvPr>
          <p:cNvSpPr/>
          <p:nvPr/>
        </p:nvSpPr>
        <p:spPr>
          <a:xfrm>
            <a:off x="6967728" y="1871090"/>
            <a:ext cx="967144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308" name="Shape 68">
            <a:extLst>
              <a:ext uri="{FF2B5EF4-FFF2-40B4-BE49-F238E27FC236}">
                <a16:creationId xmlns:a16="http://schemas.microsoft.com/office/drawing/2014/main" id="{EF917587-664A-B929-A0DA-8762C02C1EAE}"/>
              </a:ext>
            </a:extLst>
          </p:cNvPr>
          <p:cNvSpPr/>
          <p:nvPr/>
        </p:nvSpPr>
        <p:spPr>
          <a:xfrm>
            <a:off x="73151" y="2136266"/>
            <a:ext cx="12077501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310" name="Text 69">
            <a:extLst>
              <a:ext uri="{FF2B5EF4-FFF2-40B4-BE49-F238E27FC236}">
                <a16:creationId xmlns:a16="http://schemas.microsoft.com/office/drawing/2014/main" id="{08D22835-FE67-FDE3-65FE-6A269C23D73E}"/>
              </a:ext>
            </a:extLst>
          </p:cNvPr>
          <p:cNvSpPr/>
          <p:nvPr/>
        </p:nvSpPr>
        <p:spPr>
          <a:xfrm>
            <a:off x="100584" y="2136266"/>
            <a:ext cx="542544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chemeClr val="bg2"/>
                </a:solidFill>
              </a:rPr>
              <a:t>S5</a:t>
            </a:r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312" name="Text 70">
            <a:extLst>
              <a:ext uri="{FF2B5EF4-FFF2-40B4-BE49-F238E27FC236}">
                <a16:creationId xmlns:a16="http://schemas.microsoft.com/office/drawing/2014/main" id="{F02AE41A-B222-7748-1EFC-884B1F260C03}"/>
              </a:ext>
            </a:extLst>
          </p:cNvPr>
          <p:cNvSpPr/>
          <p:nvPr/>
        </p:nvSpPr>
        <p:spPr>
          <a:xfrm>
            <a:off x="576071" y="2136266"/>
            <a:ext cx="731255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24/03</a:t>
            </a:r>
          </a:p>
        </p:txBody>
      </p:sp>
      <p:sp>
        <p:nvSpPr>
          <p:cNvPr id="314" name="Text 71">
            <a:extLst>
              <a:ext uri="{FF2B5EF4-FFF2-40B4-BE49-F238E27FC236}">
                <a16:creationId xmlns:a16="http://schemas.microsoft.com/office/drawing/2014/main" id="{9C10D61E-B99E-C049-3340-3446F45BE3EA}"/>
              </a:ext>
            </a:extLst>
          </p:cNvPr>
          <p:cNvSpPr/>
          <p:nvPr/>
        </p:nvSpPr>
        <p:spPr>
          <a:xfrm>
            <a:off x="1197863" y="2136266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25/03 – 31/03</a:t>
            </a:r>
          </a:p>
        </p:txBody>
      </p:sp>
      <p:sp>
        <p:nvSpPr>
          <p:cNvPr id="316" name="Text 72">
            <a:extLst>
              <a:ext uri="{FF2B5EF4-FFF2-40B4-BE49-F238E27FC236}">
                <a16:creationId xmlns:a16="http://schemas.microsoft.com/office/drawing/2014/main" id="{50429300-6277-A012-74DF-35E370423730}"/>
              </a:ext>
            </a:extLst>
          </p:cNvPr>
          <p:cNvSpPr/>
          <p:nvPr/>
        </p:nvSpPr>
        <p:spPr>
          <a:xfrm>
            <a:off x="1947671" y="2136266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01/04 – 08/04</a:t>
            </a:r>
          </a:p>
        </p:txBody>
      </p:sp>
      <p:sp>
        <p:nvSpPr>
          <p:cNvPr id="318" name="Text 73">
            <a:extLst>
              <a:ext uri="{FF2B5EF4-FFF2-40B4-BE49-F238E27FC236}">
                <a16:creationId xmlns:a16="http://schemas.microsoft.com/office/drawing/2014/main" id="{BF73ED6E-6F23-0756-7B1C-FA8BB755659D}"/>
              </a:ext>
            </a:extLst>
          </p:cNvPr>
          <p:cNvSpPr/>
          <p:nvPr/>
        </p:nvSpPr>
        <p:spPr>
          <a:xfrm>
            <a:off x="2697479" y="2136266"/>
            <a:ext cx="13209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09/04 – 23/04</a:t>
            </a:r>
          </a:p>
        </p:txBody>
      </p:sp>
      <p:sp>
        <p:nvSpPr>
          <p:cNvPr id="320" name="Text 74">
            <a:extLst>
              <a:ext uri="{FF2B5EF4-FFF2-40B4-BE49-F238E27FC236}">
                <a16:creationId xmlns:a16="http://schemas.microsoft.com/office/drawing/2014/main" id="{CA80CCF5-AF77-C415-F613-A4BD0D87646A}"/>
              </a:ext>
            </a:extLst>
          </p:cNvPr>
          <p:cNvSpPr/>
          <p:nvPr/>
        </p:nvSpPr>
        <p:spPr>
          <a:xfrm>
            <a:off x="3776472" y="2136266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chemeClr val="bg2"/>
                </a:solidFill>
              </a:rPr>
              <a:t>24/04</a:t>
            </a:r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322" name="Text 75">
            <a:extLst>
              <a:ext uri="{FF2B5EF4-FFF2-40B4-BE49-F238E27FC236}">
                <a16:creationId xmlns:a16="http://schemas.microsoft.com/office/drawing/2014/main" id="{670DC90B-D619-4232-809A-C8B72AA0E8F7}"/>
              </a:ext>
            </a:extLst>
          </p:cNvPr>
          <p:cNvSpPr/>
          <p:nvPr/>
        </p:nvSpPr>
        <p:spPr>
          <a:xfrm>
            <a:off x="4343400" y="2136266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—</a:t>
            </a:r>
          </a:p>
        </p:txBody>
      </p:sp>
      <p:sp>
        <p:nvSpPr>
          <p:cNvPr id="324" name="Text 76">
            <a:extLst>
              <a:ext uri="{FF2B5EF4-FFF2-40B4-BE49-F238E27FC236}">
                <a16:creationId xmlns:a16="http://schemas.microsoft.com/office/drawing/2014/main" id="{9528AF90-0BEA-FC70-C7A8-94B77E5148F5}"/>
              </a:ext>
            </a:extLst>
          </p:cNvPr>
          <p:cNvSpPr/>
          <p:nvPr/>
        </p:nvSpPr>
        <p:spPr>
          <a:xfrm>
            <a:off x="4910328" y="2136266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bg2"/>
                </a:solidFill>
              </a:rPr>
              <a:t>—</a:t>
            </a:r>
          </a:p>
        </p:txBody>
      </p:sp>
      <p:sp>
        <p:nvSpPr>
          <p:cNvPr id="326" name="Shape 77">
            <a:extLst>
              <a:ext uri="{FF2B5EF4-FFF2-40B4-BE49-F238E27FC236}">
                <a16:creationId xmlns:a16="http://schemas.microsoft.com/office/drawing/2014/main" id="{916E922F-E642-BDDC-414C-3ABD704CEFA3}"/>
              </a:ext>
            </a:extLst>
          </p:cNvPr>
          <p:cNvSpPr/>
          <p:nvPr/>
        </p:nvSpPr>
        <p:spPr>
          <a:xfrm>
            <a:off x="5449824" y="2136266"/>
            <a:ext cx="1037910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328" name="Shape 78">
            <a:extLst>
              <a:ext uri="{FF2B5EF4-FFF2-40B4-BE49-F238E27FC236}">
                <a16:creationId xmlns:a16="http://schemas.microsoft.com/office/drawing/2014/main" id="{C98DD43C-AF9B-51FB-486A-5EE2FBBD7042}"/>
              </a:ext>
            </a:extLst>
          </p:cNvPr>
          <p:cNvSpPr/>
          <p:nvPr/>
        </p:nvSpPr>
        <p:spPr>
          <a:xfrm>
            <a:off x="6254496" y="2136266"/>
            <a:ext cx="919966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330" name="Shape 79">
            <a:extLst>
              <a:ext uri="{FF2B5EF4-FFF2-40B4-BE49-F238E27FC236}">
                <a16:creationId xmlns:a16="http://schemas.microsoft.com/office/drawing/2014/main" id="{321AEE9C-DD1A-F864-61F6-A7C762C96B2A}"/>
              </a:ext>
            </a:extLst>
          </p:cNvPr>
          <p:cNvSpPr/>
          <p:nvPr/>
        </p:nvSpPr>
        <p:spPr>
          <a:xfrm>
            <a:off x="6967728" y="2136266"/>
            <a:ext cx="967144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2"/>
              </a:solidFill>
            </a:endParaRPr>
          </a:p>
        </p:txBody>
      </p:sp>
      <p:sp>
        <p:nvSpPr>
          <p:cNvPr id="332" name="Shape 80">
            <a:extLst>
              <a:ext uri="{FF2B5EF4-FFF2-40B4-BE49-F238E27FC236}">
                <a16:creationId xmlns:a16="http://schemas.microsoft.com/office/drawing/2014/main" id="{BA6DCCC1-7A02-CEFF-E313-49FB977F031B}"/>
              </a:ext>
            </a:extLst>
          </p:cNvPr>
          <p:cNvSpPr/>
          <p:nvPr/>
        </p:nvSpPr>
        <p:spPr>
          <a:xfrm>
            <a:off x="73151" y="2401442"/>
            <a:ext cx="12077501" cy="232029"/>
          </a:xfrm>
          <a:prstGeom prst="rect">
            <a:avLst/>
          </a:prstGeom>
          <a:solidFill>
            <a:srgbClr val="FFFBEB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4" name="Shape 81">
            <a:extLst>
              <a:ext uri="{FF2B5EF4-FFF2-40B4-BE49-F238E27FC236}">
                <a16:creationId xmlns:a16="http://schemas.microsoft.com/office/drawing/2014/main" id="{C15E6BE4-AC2D-205C-A98E-21577BE8E227}"/>
              </a:ext>
            </a:extLst>
          </p:cNvPr>
          <p:cNvSpPr/>
          <p:nvPr/>
        </p:nvSpPr>
        <p:spPr>
          <a:xfrm>
            <a:off x="73151" y="2401442"/>
            <a:ext cx="12077501" cy="232029"/>
          </a:xfrm>
          <a:prstGeom prst="rect">
            <a:avLst/>
          </a:prstGeom>
          <a:solidFill>
            <a:srgbClr val="FEF3C7">
              <a:alpha val="80000"/>
            </a:srgbClr>
          </a:solidFill>
          <a:ln w="508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6" name="Text 82">
            <a:extLst>
              <a:ext uri="{FF2B5EF4-FFF2-40B4-BE49-F238E27FC236}">
                <a16:creationId xmlns:a16="http://schemas.microsoft.com/office/drawing/2014/main" id="{CC6407A1-30DE-704A-0103-96470DAF9842}"/>
              </a:ext>
            </a:extLst>
          </p:cNvPr>
          <p:cNvSpPr/>
          <p:nvPr/>
        </p:nvSpPr>
        <p:spPr>
          <a:xfrm>
            <a:off x="91440" y="2401442"/>
            <a:ext cx="1415332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59E0B"/>
                </a:solidFill>
              </a:rPr>
              <a:t>❄ FREEZING</a:t>
            </a:r>
            <a:endParaRPr lang="en-US" sz="700"/>
          </a:p>
        </p:txBody>
      </p:sp>
      <p:sp>
        <p:nvSpPr>
          <p:cNvPr id="338" name="Text 83">
            <a:extLst>
              <a:ext uri="{FF2B5EF4-FFF2-40B4-BE49-F238E27FC236}">
                <a16:creationId xmlns:a16="http://schemas.microsoft.com/office/drawing/2014/main" id="{170EA1FE-1BBE-FC3D-7005-5F4CDF274EBF}"/>
              </a:ext>
            </a:extLst>
          </p:cNvPr>
          <p:cNvSpPr/>
          <p:nvPr/>
        </p:nvSpPr>
        <p:spPr>
          <a:xfrm>
            <a:off x="2670048" y="2401442"/>
            <a:ext cx="2122998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>
                <a:solidFill>
                  <a:srgbClr val="F59E0B"/>
                </a:solidFill>
              </a:rPr>
              <a:t>27/04 – 02/05</a:t>
            </a:r>
            <a:endParaRPr lang="en-US" sz="800"/>
          </a:p>
        </p:txBody>
      </p:sp>
      <p:sp>
        <p:nvSpPr>
          <p:cNvPr id="340" name="Shape 84">
            <a:extLst>
              <a:ext uri="{FF2B5EF4-FFF2-40B4-BE49-F238E27FC236}">
                <a16:creationId xmlns:a16="http://schemas.microsoft.com/office/drawing/2014/main" id="{52F69E8B-4AB6-BD0E-E812-12457A9629BD}"/>
              </a:ext>
            </a:extLst>
          </p:cNvPr>
          <p:cNvSpPr/>
          <p:nvPr/>
        </p:nvSpPr>
        <p:spPr>
          <a:xfrm>
            <a:off x="73151" y="2666618"/>
            <a:ext cx="12077501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2" name="Text 85">
            <a:extLst>
              <a:ext uri="{FF2B5EF4-FFF2-40B4-BE49-F238E27FC236}">
                <a16:creationId xmlns:a16="http://schemas.microsoft.com/office/drawing/2014/main" id="{4FC8C3D6-8D5E-F260-5B7B-54CCC4239C35}"/>
              </a:ext>
            </a:extLst>
          </p:cNvPr>
          <p:cNvSpPr/>
          <p:nvPr/>
        </p:nvSpPr>
        <p:spPr>
          <a:xfrm>
            <a:off x="100584" y="2666618"/>
            <a:ext cx="542544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800" b="1">
                <a:solidFill>
                  <a:srgbClr val="1E293B"/>
                </a:solidFill>
              </a:rPr>
              <a:t>S23</a:t>
            </a:r>
            <a:endParaRPr lang="en-US" sz="800"/>
          </a:p>
        </p:txBody>
      </p:sp>
      <p:sp>
        <p:nvSpPr>
          <p:cNvPr id="344" name="Text 86">
            <a:extLst>
              <a:ext uri="{FF2B5EF4-FFF2-40B4-BE49-F238E27FC236}">
                <a16:creationId xmlns:a16="http://schemas.microsoft.com/office/drawing/2014/main" id="{1B6B3423-1590-CF13-29A3-805A451BE917}"/>
              </a:ext>
            </a:extLst>
          </p:cNvPr>
          <p:cNvSpPr/>
          <p:nvPr/>
        </p:nvSpPr>
        <p:spPr>
          <a:xfrm>
            <a:off x="414065" y="2666618"/>
            <a:ext cx="731255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20/05</a:t>
            </a:r>
            <a:endParaRPr lang="en-US" sz="800"/>
          </a:p>
        </p:txBody>
      </p:sp>
      <p:sp>
        <p:nvSpPr>
          <p:cNvPr id="346" name="Text 88">
            <a:extLst>
              <a:ext uri="{FF2B5EF4-FFF2-40B4-BE49-F238E27FC236}">
                <a16:creationId xmlns:a16="http://schemas.microsoft.com/office/drawing/2014/main" id="{C9275F94-531C-1831-FCD6-43A4F0374E04}"/>
              </a:ext>
            </a:extLst>
          </p:cNvPr>
          <p:cNvSpPr/>
          <p:nvPr/>
        </p:nvSpPr>
        <p:spPr>
          <a:xfrm>
            <a:off x="1947671" y="2666618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12/5 – 18/05 (S24)</a:t>
            </a:r>
            <a:endParaRPr lang="en-US" sz="800"/>
          </a:p>
        </p:txBody>
      </p:sp>
      <p:sp>
        <p:nvSpPr>
          <p:cNvPr id="348" name="Text 89">
            <a:extLst>
              <a:ext uri="{FF2B5EF4-FFF2-40B4-BE49-F238E27FC236}">
                <a16:creationId xmlns:a16="http://schemas.microsoft.com/office/drawing/2014/main" id="{4813CA82-D5DF-7D07-7D27-F2E95AE55FC6}"/>
              </a:ext>
            </a:extLst>
          </p:cNvPr>
          <p:cNvSpPr/>
          <p:nvPr/>
        </p:nvSpPr>
        <p:spPr>
          <a:xfrm>
            <a:off x="2697479" y="2666618"/>
            <a:ext cx="13209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19/05 –01/06</a:t>
            </a:r>
            <a:endParaRPr lang="en-US" sz="800"/>
          </a:p>
        </p:txBody>
      </p:sp>
      <p:sp>
        <p:nvSpPr>
          <p:cNvPr id="350" name="Text 90">
            <a:extLst>
              <a:ext uri="{FF2B5EF4-FFF2-40B4-BE49-F238E27FC236}">
                <a16:creationId xmlns:a16="http://schemas.microsoft.com/office/drawing/2014/main" id="{8F9CA937-2C3F-F4FF-AD19-6CA719DB7EA4}"/>
              </a:ext>
            </a:extLst>
          </p:cNvPr>
          <p:cNvSpPr/>
          <p:nvPr/>
        </p:nvSpPr>
        <p:spPr>
          <a:xfrm>
            <a:off x="3776472" y="2666618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02/06</a:t>
            </a:r>
            <a:endParaRPr lang="en-US" sz="800"/>
          </a:p>
        </p:txBody>
      </p:sp>
      <p:sp>
        <p:nvSpPr>
          <p:cNvPr id="352" name="Text 91">
            <a:extLst>
              <a:ext uri="{FF2B5EF4-FFF2-40B4-BE49-F238E27FC236}">
                <a16:creationId xmlns:a16="http://schemas.microsoft.com/office/drawing/2014/main" id="{3D73F084-455B-3995-838B-55D2AC969701}"/>
              </a:ext>
            </a:extLst>
          </p:cNvPr>
          <p:cNvSpPr/>
          <p:nvPr/>
        </p:nvSpPr>
        <p:spPr>
          <a:xfrm>
            <a:off x="4343400" y="2666618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28/05</a:t>
            </a:r>
            <a:endParaRPr lang="en-US" sz="800"/>
          </a:p>
        </p:txBody>
      </p:sp>
      <p:sp>
        <p:nvSpPr>
          <p:cNvPr id="354" name="Text 92">
            <a:extLst>
              <a:ext uri="{FF2B5EF4-FFF2-40B4-BE49-F238E27FC236}">
                <a16:creationId xmlns:a16="http://schemas.microsoft.com/office/drawing/2014/main" id="{09B58D53-F29F-E774-14EA-A6A97EACA5A2}"/>
              </a:ext>
            </a:extLst>
          </p:cNvPr>
          <p:cNvSpPr/>
          <p:nvPr/>
        </p:nvSpPr>
        <p:spPr>
          <a:xfrm>
            <a:off x="4910328" y="2666618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08/06</a:t>
            </a:r>
            <a:endParaRPr lang="en-US" sz="800"/>
          </a:p>
        </p:txBody>
      </p:sp>
      <p:sp>
        <p:nvSpPr>
          <p:cNvPr id="356" name="Shape 93">
            <a:extLst>
              <a:ext uri="{FF2B5EF4-FFF2-40B4-BE49-F238E27FC236}">
                <a16:creationId xmlns:a16="http://schemas.microsoft.com/office/drawing/2014/main" id="{4A8CD6C6-2817-28C0-607D-3F7F01EAE6E6}"/>
              </a:ext>
            </a:extLst>
          </p:cNvPr>
          <p:cNvSpPr/>
          <p:nvPr/>
        </p:nvSpPr>
        <p:spPr>
          <a:xfrm>
            <a:off x="5449824" y="2666618"/>
            <a:ext cx="1037910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8" name="Shape 94">
            <a:extLst>
              <a:ext uri="{FF2B5EF4-FFF2-40B4-BE49-F238E27FC236}">
                <a16:creationId xmlns:a16="http://schemas.microsoft.com/office/drawing/2014/main" id="{FAC64917-FA5E-6551-6D2D-BF9D312C8802}"/>
              </a:ext>
            </a:extLst>
          </p:cNvPr>
          <p:cNvSpPr/>
          <p:nvPr/>
        </p:nvSpPr>
        <p:spPr>
          <a:xfrm>
            <a:off x="6254496" y="2666618"/>
            <a:ext cx="919966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0" name="Shape 95">
            <a:extLst>
              <a:ext uri="{FF2B5EF4-FFF2-40B4-BE49-F238E27FC236}">
                <a16:creationId xmlns:a16="http://schemas.microsoft.com/office/drawing/2014/main" id="{F1241A78-2B95-B679-846A-79563102332F}"/>
              </a:ext>
            </a:extLst>
          </p:cNvPr>
          <p:cNvSpPr/>
          <p:nvPr/>
        </p:nvSpPr>
        <p:spPr>
          <a:xfrm>
            <a:off x="6967728" y="2666618"/>
            <a:ext cx="967144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2" name="Text 99">
            <a:extLst>
              <a:ext uri="{FF2B5EF4-FFF2-40B4-BE49-F238E27FC236}">
                <a16:creationId xmlns:a16="http://schemas.microsoft.com/office/drawing/2014/main" id="{4A3D455E-7038-9A9F-D992-4B88CD0071C9}"/>
              </a:ext>
            </a:extLst>
          </p:cNvPr>
          <p:cNvSpPr/>
          <p:nvPr/>
        </p:nvSpPr>
        <p:spPr>
          <a:xfrm>
            <a:off x="8421242" y="2666618"/>
            <a:ext cx="2146587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/>
          </a:p>
        </p:txBody>
      </p:sp>
      <p:sp>
        <p:nvSpPr>
          <p:cNvPr id="364" name="Shape 100">
            <a:extLst>
              <a:ext uri="{FF2B5EF4-FFF2-40B4-BE49-F238E27FC236}">
                <a16:creationId xmlns:a16="http://schemas.microsoft.com/office/drawing/2014/main" id="{C97434AC-F558-64C9-2AB1-0559ECADE9C5}"/>
              </a:ext>
            </a:extLst>
          </p:cNvPr>
          <p:cNvSpPr/>
          <p:nvPr/>
        </p:nvSpPr>
        <p:spPr>
          <a:xfrm>
            <a:off x="73151" y="3187446"/>
            <a:ext cx="12077501" cy="23202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6" name="Text 103">
            <a:extLst>
              <a:ext uri="{FF2B5EF4-FFF2-40B4-BE49-F238E27FC236}">
                <a16:creationId xmlns:a16="http://schemas.microsoft.com/office/drawing/2014/main" id="{D745C5B4-4DC7-D8CD-D421-30127B17ACBA}"/>
              </a:ext>
            </a:extLst>
          </p:cNvPr>
          <p:cNvSpPr/>
          <p:nvPr/>
        </p:nvSpPr>
        <p:spPr>
          <a:xfrm>
            <a:off x="1016888" y="3187446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accent6"/>
                </a:solidFill>
              </a:rPr>
              <a:t>19/05 – 25/05  (S25)</a:t>
            </a:r>
          </a:p>
        </p:txBody>
      </p:sp>
      <p:sp>
        <p:nvSpPr>
          <p:cNvPr id="368" name="Text 104">
            <a:extLst>
              <a:ext uri="{FF2B5EF4-FFF2-40B4-BE49-F238E27FC236}">
                <a16:creationId xmlns:a16="http://schemas.microsoft.com/office/drawing/2014/main" id="{B6527423-F7A8-A3F3-2379-70DB71034248}"/>
              </a:ext>
            </a:extLst>
          </p:cNvPr>
          <p:cNvSpPr/>
          <p:nvPr/>
        </p:nvSpPr>
        <p:spPr>
          <a:xfrm>
            <a:off x="1947671" y="3187446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chemeClr val="accent6"/>
                </a:solidFill>
              </a:rPr>
              <a:t xml:space="preserve"> 26/05 – 01/06 (S25)</a:t>
            </a:r>
          </a:p>
        </p:txBody>
      </p:sp>
      <p:sp>
        <p:nvSpPr>
          <p:cNvPr id="370" name="Text 105">
            <a:extLst>
              <a:ext uri="{FF2B5EF4-FFF2-40B4-BE49-F238E27FC236}">
                <a16:creationId xmlns:a16="http://schemas.microsoft.com/office/drawing/2014/main" id="{CA90EB0B-5AD5-2E1B-6B35-89197C0BA12F}"/>
              </a:ext>
            </a:extLst>
          </p:cNvPr>
          <p:cNvSpPr/>
          <p:nvPr/>
        </p:nvSpPr>
        <p:spPr>
          <a:xfrm>
            <a:off x="2711925" y="3196971"/>
            <a:ext cx="13209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02/06 – 15/06</a:t>
            </a:r>
            <a:endParaRPr lang="en-US" sz="800"/>
          </a:p>
        </p:txBody>
      </p:sp>
      <p:sp>
        <p:nvSpPr>
          <p:cNvPr id="372" name="Text 106">
            <a:extLst>
              <a:ext uri="{FF2B5EF4-FFF2-40B4-BE49-F238E27FC236}">
                <a16:creationId xmlns:a16="http://schemas.microsoft.com/office/drawing/2014/main" id="{CDC0056E-39B8-B379-0EEB-95290ED4EA38}"/>
              </a:ext>
            </a:extLst>
          </p:cNvPr>
          <p:cNvSpPr/>
          <p:nvPr/>
        </p:nvSpPr>
        <p:spPr>
          <a:xfrm>
            <a:off x="3776472" y="3187446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16/06</a:t>
            </a:r>
            <a:endParaRPr lang="en-US" sz="800"/>
          </a:p>
        </p:txBody>
      </p:sp>
      <p:sp>
        <p:nvSpPr>
          <p:cNvPr id="374" name="Text 107">
            <a:extLst>
              <a:ext uri="{FF2B5EF4-FFF2-40B4-BE49-F238E27FC236}">
                <a16:creationId xmlns:a16="http://schemas.microsoft.com/office/drawing/2014/main" id="{98387BB1-46FA-B069-A1A3-E6C536113068}"/>
              </a:ext>
            </a:extLst>
          </p:cNvPr>
          <p:cNvSpPr/>
          <p:nvPr/>
        </p:nvSpPr>
        <p:spPr>
          <a:xfrm>
            <a:off x="4351467" y="3188582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 xml:space="preserve"> 18/06</a:t>
            </a:r>
            <a:endParaRPr lang="en-US" sz="800"/>
          </a:p>
        </p:txBody>
      </p:sp>
      <p:sp>
        <p:nvSpPr>
          <p:cNvPr id="376" name="Text 108">
            <a:extLst>
              <a:ext uri="{FF2B5EF4-FFF2-40B4-BE49-F238E27FC236}">
                <a16:creationId xmlns:a16="http://schemas.microsoft.com/office/drawing/2014/main" id="{746E1544-4854-3A91-A468-EC4261B8F4F4}"/>
              </a:ext>
            </a:extLst>
          </p:cNvPr>
          <p:cNvSpPr/>
          <p:nvPr/>
        </p:nvSpPr>
        <p:spPr>
          <a:xfrm>
            <a:off x="4901183" y="3196971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22/06</a:t>
            </a:r>
            <a:endParaRPr lang="en-US" sz="800"/>
          </a:p>
        </p:txBody>
      </p:sp>
      <p:sp>
        <p:nvSpPr>
          <p:cNvPr id="378" name="Shape 109">
            <a:extLst>
              <a:ext uri="{FF2B5EF4-FFF2-40B4-BE49-F238E27FC236}">
                <a16:creationId xmlns:a16="http://schemas.microsoft.com/office/drawing/2014/main" id="{A7C8B2C9-FD5D-FE48-E631-6DF2E3D65883}"/>
              </a:ext>
            </a:extLst>
          </p:cNvPr>
          <p:cNvSpPr/>
          <p:nvPr/>
        </p:nvSpPr>
        <p:spPr>
          <a:xfrm>
            <a:off x="5449824" y="3187446"/>
            <a:ext cx="1037910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0" name="Shape 110">
            <a:extLst>
              <a:ext uri="{FF2B5EF4-FFF2-40B4-BE49-F238E27FC236}">
                <a16:creationId xmlns:a16="http://schemas.microsoft.com/office/drawing/2014/main" id="{4E824CD6-7E9F-0B0B-A52C-D61B22C497B9}"/>
              </a:ext>
            </a:extLst>
          </p:cNvPr>
          <p:cNvSpPr/>
          <p:nvPr/>
        </p:nvSpPr>
        <p:spPr>
          <a:xfrm>
            <a:off x="6254496" y="3187446"/>
            <a:ext cx="919966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2" name="Shape 111">
            <a:extLst>
              <a:ext uri="{FF2B5EF4-FFF2-40B4-BE49-F238E27FC236}">
                <a16:creationId xmlns:a16="http://schemas.microsoft.com/office/drawing/2014/main" id="{C6DEF993-0626-FC84-40D3-DF37B567D6D1}"/>
              </a:ext>
            </a:extLst>
          </p:cNvPr>
          <p:cNvSpPr/>
          <p:nvPr/>
        </p:nvSpPr>
        <p:spPr>
          <a:xfrm>
            <a:off x="6967728" y="3187446"/>
            <a:ext cx="967144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4" name="Text 115">
            <a:extLst>
              <a:ext uri="{FF2B5EF4-FFF2-40B4-BE49-F238E27FC236}">
                <a16:creationId xmlns:a16="http://schemas.microsoft.com/office/drawing/2014/main" id="{356C1DF4-5ACA-A326-7E34-8197A1C8E7AC}"/>
              </a:ext>
            </a:extLst>
          </p:cNvPr>
          <p:cNvSpPr/>
          <p:nvPr/>
        </p:nvSpPr>
        <p:spPr>
          <a:xfrm>
            <a:off x="8421242" y="3187446"/>
            <a:ext cx="3191638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50"/>
          </a:p>
        </p:txBody>
      </p:sp>
      <p:sp>
        <p:nvSpPr>
          <p:cNvPr id="386" name="Shape 117">
            <a:extLst>
              <a:ext uri="{FF2B5EF4-FFF2-40B4-BE49-F238E27FC236}">
                <a16:creationId xmlns:a16="http://schemas.microsoft.com/office/drawing/2014/main" id="{D036EBF8-6F62-52EC-375D-D89521F0344F}"/>
              </a:ext>
            </a:extLst>
          </p:cNvPr>
          <p:cNvSpPr/>
          <p:nvPr/>
        </p:nvSpPr>
        <p:spPr>
          <a:xfrm>
            <a:off x="73150" y="2920746"/>
            <a:ext cx="12077501" cy="232029"/>
          </a:xfrm>
          <a:prstGeom prst="rect">
            <a:avLst/>
          </a:prstGeom>
          <a:solidFill>
            <a:srgbClr val="FEF3C7">
              <a:alpha val="80000"/>
            </a:srgbClr>
          </a:solidFill>
          <a:ln w="508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8" name="Text 118">
            <a:extLst>
              <a:ext uri="{FF2B5EF4-FFF2-40B4-BE49-F238E27FC236}">
                <a16:creationId xmlns:a16="http://schemas.microsoft.com/office/drawing/2014/main" id="{A8B8CA5E-007E-F42B-2ED4-764E1BE62AB8}"/>
              </a:ext>
            </a:extLst>
          </p:cNvPr>
          <p:cNvSpPr/>
          <p:nvPr/>
        </p:nvSpPr>
        <p:spPr>
          <a:xfrm>
            <a:off x="73151" y="2920745"/>
            <a:ext cx="1415332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59E0B"/>
                </a:solidFill>
              </a:rPr>
              <a:t>❄ FREEZING</a:t>
            </a:r>
            <a:endParaRPr lang="en-US" sz="700"/>
          </a:p>
        </p:txBody>
      </p:sp>
      <p:sp>
        <p:nvSpPr>
          <p:cNvPr id="390" name="Text 119">
            <a:extLst>
              <a:ext uri="{FF2B5EF4-FFF2-40B4-BE49-F238E27FC236}">
                <a16:creationId xmlns:a16="http://schemas.microsoft.com/office/drawing/2014/main" id="{DE6E06D6-90CA-D3D1-29EE-51CFB37D1C03}"/>
              </a:ext>
            </a:extLst>
          </p:cNvPr>
          <p:cNvSpPr/>
          <p:nvPr/>
        </p:nvSpPr>
        <p:spPr>
          <a:xfrm>
            <a:off x="2651759" y="2920745"/>
            <a:ext cx="2122998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>
                <a:solidFill>
                  <a:srgbClr val="F59E0B"/>
                </a:solidFill>
              </a:rPr>
              <a:t>01/06 – 05/06</a:t>
            </a:r>
            <a:endParaRPr lang="en-US" sz="800"/>
          </a:p>
        </p:txBody>
      </p:sp>
      <p:sp>
        <p:nvSpPr>
          <p:cNvPr id="392" name="Shape 120">
            <a:extLst>
              <a:ext uri="{FF2B5EF4-FFF2-40B4-BE49-F238E27FC236}">
                <a16:creationId xmlns:a16="http://schemas.microsoft.com/office/drawing/2014/main" id="{9B5A1F8C-2500-0D9D-51E7-D87779D1A015}"/>
              </a:ext>
            </a:extLst>
          </p:cNvPr>
          <p:cNvSpPr/>
          <p:nvPr/>
        </p:nvSpPr>
        <p:spPr>
          <a:xfrm>
            <a:off x="73151" y="3462146"/>
            <a:ext cx="12077501" cy="23202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4" name="Text 122">
            <a:extLst>
              <a:ext uri="{FF2B5EF4-FFF2-40B4-BE49-F238E27FC236}">
                <a16:creationId xmlns:a16="http://schemas.microsoft.com/office/drawing/2014/main" id="{14BAF850-974C-0EC9-C908-8294C5C078EF}"/>
              </a:ext>
            </a:extLst>
          </p:cNvPr>
          <p:cNvSpPr/>
          <p:nvPr/>
        </p:nvSpPr>
        <p:spPr>
          <a:xfrm>
            <a:off x="109727" y="3496436"/>
            <a:ext cx="518955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S8 ★</a:t>
            </a:r>
            <a:endParaRPr lang="en-US" sz="800"/>
          </a:p>
        </p:txBody>
      </p:sp>
      <p:sp>
        <p:nvSpPr>
          <p:cNvPr id="396" name="Text 123">
            <a:extLst>
              <a:ext uri="{FF2B5EF4-FFF2-40B4-BE49-F238E27FC236}">
                <a16:creationId xmlns:a16="http://schemas.microsoft.com/office/drawing/2014/main" id="{3B65D0F0-27B4-5203-E54D-BBF30E4820BE}"/>
              </a:ext>
            </a:extLst>
          </p:cNvPr>
          <p:cNvSpPr/>
          <p:nvPr/>
        </p:nvSpPr>
        <p:spPr>
          <a:xfrm>
            <a:off x="423671" y="3462146"/>
            <a:ext cx="731255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17/06</a:t>
            </a:r>
            <a:endParaRPr lang="en-US" sz="800"/>
          </a:p>
        </p:txBody>
      </p:sp>
      <p:sp>
        <p:nvSpPr>
          <p:cNvPr id="398" name="Text 124">
            <a:extLst>
              <a:ext uri="{FF2B5EF4-FFF2-40B4-BE49-F238E27FC236}">
                <a16:creationId xmlns:a16="http://schemas.microsoft.com/office/drawing/2014/main" id="{894AD2C7-D696-506F-8E62-CB532FD8BD06}"/>
              </a:ext>
            </a:extLst>
          </p:cNvPr>
          <p:cNvSpPr/>
          <p:nvPr/>
        </p:nvSpPr>
        <p:spPr>
          <a:xfrm>
            <a:off x="1064513" y="3462146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 xml:space="preserve">02/06 – 09/06(S26)    </a:t>
            </a:r>
            <a:endParaRPr lang="en-US" sz="800"/>
          </a:p>
        </p:txBody>
      </p:sp>
      <p:sp>
        <p:nvSpPr>
          <p:cNvPr id="400" name="Text 125">
            <a:extLst>
              <a:ext uri="{FF2B5EF4-FFF2-40B4-BE49-F238E27FC236}">
                <a16:creationId xmlns:a16="http://schemas.microsoft.com/office/drawing/2014/main" id="{0C1D48BE-7481-B0DE-7463-4587C1ED741F}"/>
              </a:ext>
            </a:extLst>
          </p:cNvPr>
          <p:cNvSpPr/>
          <p:nvPr/>
        </p:nvSpPr>
        <p:spPr>
          <a:xfrm>
            <a:off x="1947671" y="3462146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10/06 – 16/06(S26)</a:t>
            </a:r>
            <a:endParaRPr lang="en-US" sz="800"/>
          </a:p>
        </p:txBody>
      </p:sp>
      <p:sp>
        <p:nvSpPr>
          <p:cNvPr id="402" name="Text 126">
            <a:extLst>
              <a:ext uri="{FF2B5EF4-FFF2-40B4-BE49-F238E27FC236}">
                <a16:creationId xmlns:a16="http://schemas.microsoft.com/office/drawing/2014/main" id="{6E7F3820-3BB6-3FDB-3D62-C1F99DDA742F}"/>
              </a:ext>
            </a:extLst>
          </p:cNvPr>
          <p:cNvSpPr/>
          <p:nvPr/>
        </p:nvSpPr>
        <p:spPr>
          <a:xfrm>
            <a:off x="2697479" y="3462146"/>
            <a:ext cx="13209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16/06 – 29/06</a:t>
            </a:r>
            <a:endParaRPr lang="en-US" sz="800"/>
          </a:p>
        </p:txBody>
      </p:sp>
      <p:sp>
        <p:nvSpPr>
          <p:cNvPr id="404" name="Text 127">
            <a:extLst>
              <a:ext uri="{FF2B5EF4-FFF2-40B4-BE49-F238E27FC236}">
                <a16:creationId xmlns:a16="http://schemas.microsoft.com/office/drawing/2014/main" id="{99CABCC6-D551-6F43-D552-877F0F90FBA7}"/>
              </a:ext>
            </a:extLst>
          </p:cNvPr>
          <p:cNvSpPr/>
          <p:nvPr/>
        </p:nvSpPr>
        <p:spPr>
          <a:xfrm>
            <a:off x="3776472" y="3462146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30/06</a:t>
            </a:r>
            <a:endParaRPr lang="en-US" sz="800"/>
          </a:p>
        </p:txBody>
      </p:sp>
      <p:sp>
        <p:nvSpPr>
          <p:cNvPr id="406" name="Text 128">
            <a:extLst>
              <a:ext uri="{FF2B5EF4-FFF2-40B4-BE49-F238E27FC236}">
                <a16:creationId xmlns:a16="http://schemas.microsoft.com/office/drawing/2014/main" id="{BEBFC90E-3A8A-9C7D-C2F5-E13EBC4E6101}"/>
              </a:ext>
            </a:extLst>
          </p:cNvPr>
          <p:cNvSpPr/>
          <p:nvPr/>
        </p:nvSpPr>
        <p:spPr>
          <a:xfrm>
            <a:off x="4343400" y="3462146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02/07</a:t>
            </a:r>
            <a:endParaRPr lang="en-US" sz="800"/>
          </a:p>
        </p:txBody>
      </p:sp>
      <p:sp>
        <p:nvSpPr>
          <p:cNvPr id="408" name="Text 129">
            <a:extLst>
              <a:ext uri="{FF2B5EF4-FFF2-40B4-BE49-F238E27FC236}">
                <a16:creationId xmlns:a16="http://schemas.microsoft.com/office/drawing/2014/main" id="{8172F985-0391-3FCF-59A8-56B48A9A0A7D}"/>
              </a:ext>
            </a:extLst>
          </p:cNvPr>
          <p:cNvSpPr/>
          <p:nvPr/>
        </p:nvSpPr>
        <p:spPr>
          <a:xfrm>
            <a:off x="4910328" y="3462146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06/07</a:t>
            </a:r>
            <a:endParaRPr lang="en-US" sz="800"/>
          </a:p>
        </p:txBody>
      </p:sp>
      <p:sp>
        <p:nvSpPr>
          <p:cNvPr id="410" name="Shape 130">
            <a:extLst>
              <a:ext uri="{FF2B5EF4-FFF2-40B4-BE49-F238E27FC236}">
                <a16:creationId xmlns:a16="http://schemas.microsoft.com/office/drawing/2014/main" id="{971D2C88-A8C1-BF08-5A71-C4716977ED92}"/>
              </a:ext>
            </a:extLst>
          </p:cNvPr>
          <p:cNvSpPr/>
          <p:nvPr/>
        </p:nvSpPr>
        <p:spPr>
          <a:xfrm>
            <a:off x="5449824" y="3462146"/>
            <a:ext cx="1037910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2" name="Shape 131">
            <a:extLst>
              <a:ext uri="{FF2B5EF4-FFF2-40B4-BE49-F238E27FC236}">
                <a16:creationId xmlns:a16="http://schemas.microsoft.com/office/drawing/2014/main" id="{A79C5A0D-1654-6B62-CA06-E40CA9558E91}"/>
              </a:ext>
            </a:extLst>
          </p:cNvPr>
          <p:cNvSpPr/>
          <p:nvPr/>
        </p:nvSpPr>
        <p:spPr>
          <a:xfrm>
            <a:off x="6254496" y="3462146"/>
            <a:ext cx="919966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4" name="Shape 132">
            <a:extLst>
              <a:ext uri="{FF2B5EF4-FFF2-40B4-BE49-F238E27FC236}">
                <a16:creationId xmlns:a16="http://schemas.microsoft.com/office/drawing/2014/main" id="{893D8881-6669-91D2-5E8F-F8E1C31D334C}"/>
              </a:ext>
            </a:extLst>
          </p:cNvPr>
          <p:cNvSpPr/>
          <p:nvPr/>
        </p:nvSpPr>
        <p:spPr>
          <a:xfrm>
            <a:off x="6967728" y="3462146"/>
            <a:ext cx="967144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6" name="Text 136">
            <a:extLst>
              <a:ext uri="{FF2B5EF4-FFF2-40B4-BE49-F238E27FC236}">
                <a16:creationId xmlns:a16="http://schemas.microsoft.com/office/drawing/2014/main" id="{345E06D4-ABFC-EF52-F2D2-62199FE08BF1}"/>
              </a:ext>
            </a:extLst>
          </p:cNvPr>
          <p:cNvSpPr/>
          <p:nvPr/>
        </p:nvSpPr>
        <p:spPr>
          <a:xfrm>
            <a:off x="8421242" y="3462146"/>
            <a:ext cx="2146587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/>
          </a:p>
        </p:txBody>
      </p:sp>
      <p:sp>
        <p:nvSpPr>
          <p:cNvPr id="418" name="Shape 137">
            <a:extLst>
              <a:ext uri="{FF2B5EF4-FFF2-40B4-BE49-F238E27FC236}">
                <a16:creationId xmlns:a16="http://schemas.microsoft.com/office/drawing/2014/main" id="{7E822BE1-173A-3A47-43CD-CC42755040B5}"/>
              </a:ext>
            </a:extLst>
          </p:cNvPr>
          <p:cNvSpPr/>
          <p:nvPr/>
        </p:nvSpPr>
        <p:spPr>
          <a:xfrm>
            <a:off x="73151" y="3962458"/>
            <a:ext cx="12077501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0" name="Text 139">
            <a:extLst>
              <a:ext uri="{FF2B5EF4-FFF2-40B4-BE49-F238E27FC236}">
                <a16:creationId xmlns:a16="http://schemas.microsoft.com/office/drawing/2014/main" id="{295381BC-946B-8334-BD64-9F686BD508D0}"/>
              </a:ext>
            </a:extLst>
          </p:cNvPr>
          <p:cNvSpPr/>
          <p:nvPr/>
        </p:nvSpPr>
        <p:spPr>
          <a:xfrm>
            <a:off x="109727" y="3996748"/>
            <a:ext cx="518955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S9 ★</a:t>
            </a:r>
            <a:endParaRPr lang="en-US" sz="800"/>
          </a:p>
        </p:txBody>
      </p:sp>
      <p:sp>
        <p:nvSpPr>
          <p:cNvPr id="422" name="Text 140">
            <a:extLst>
              <a:ext uri="{FF2B5EF4-FFF2-40B4-BE49-F238E27FC236}">
                <a16:creationId xmlns:a16="http://schemas.microsoft.com/office/drawing/2014/main" id="{B9C64C20-BD5E-0FE6-E8AC-A99F92B30648}"/>
              </a:ext>
            </a:extLst>
          </p:cNvPr>
          <p:cNvSpPr/>
          <p:nvPr/>
        </p:nvSpPr>
        <p:spPr>
          <a:xfrm>
            <a:off x="442721" y="3962458"/>
            <a:ext cx="731255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01/07</a:t>
            </a:r>
            <a:endParaRPr lang="en-US" sz="800"/>
          </a:p>
        </p:txBody>
      </p:sp>
      <p:sp>
        <p:nvSpPr>
          <p:cNvPr id="424" name="Text 141">
            <a:extLst>
              <a:ext uri="{FF2B5EF4-FFF2-40B4-BE49-F238E27FC236}">
                <a16:creationId xmlns:a16="http://schemas.microsoft.com/office/drawing/2014/main" id="{77D0A3EA-F3ED-1B8B-48DC-1B68E30E1D61}"/>
              </a:ext>
            </a:extLst>
          </p:cNvPr>
          <p:cNvSpPr/>
          <p:nvPr/>
        </p:nvSpPr>
        <p:spPr>
          <a:xfrm>
            <a:off x="1102613" y="3962458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 xml:space="preserve">16/06 – 22/06(S27)       </a:t>
            </a:r>
            <a:endParaRPr lang="en-US" sz="800"/>
          </a:p>
        </p:txBody>
      </p:sp>
      <p:sp>
        <p:nvSpPr>
          <p:cNvPr id="426" name="Text 142">
            <a:extLst>
              <a:ext uri="{FF2B5EF4-FFF2-40B4-BE49-F238E27FC236}">
                <a16:creationId xmlns:a16="http://schemas.microsoft.com/office/drawing/2014/main" id="{EA4BC9B6-E04A-804C-28C5-F9395495817A}"/>
              </a:ext>
            </a:extLst>
          </p:cNvPr>
          <p:cNvSpPr/>
          <p:nvPr/>
        </p:nvSpPr>
        <p:spPr>
          <a:xfrm>
            <a:off x="1947671" y="3962458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23/06 – 29/06(S27)</a:t>
            </a:r>
            <a:endParaRPr lang="en-US" sz="800"/>
          </a:p>
        </p:txBody>
      </p:sp>
      <p:sp>
        <p:nvSpPr>
          <p:cNvPr id="428" name="Text 143">
            <a:extLst>
              <a:ext uri="{FF2B5EF4-FFF2-40B4-BE49-F238E27FC236}">
                <a16:creationId xmlns:a16="http://schemas.microsoft.com/office/drawing/2014/main" id="{B90B0393-A1EB-3A83-31AB-F68436376FD1}"/>
              </a:ext>
            </a:extLst>
          </p:cNvPr>
          <p:cNvSpPr/>
          <p:nvPr/>
        </p:nvSpPr>
        <p:spPr>
          <a:xfrm>
            <a:off x="2697479" y="3962458"/>
            <a:ext cx="13209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30/06 – 13/07</a:t>
            </a:r>
            <a:endParaRPr lang="en-US" sz="800"/>
          </a:p>
        </p:txBody>
      </p:sp>
      <p:sp>
        <p:nvSpPr>
          <p:cNvPr id="430" name="Text 144">
            <a:extLst>
              <a:ext uri="{FF2B5EF4-FFF2-40B4-BE49-F238E27FC236}">
                <a16:creationId xmlns:a16="http://schemas.microsoft.com/office/drawing/2014/main" id="{9A9B650B-EE82-16DB-D15E-9C3950C9D0DC}"/>
              </a:ext>
            </a:extLst>
          </p:cNvPr>
          <p:cNvSpPr/>
          <p:nvPr/>
        </p:nvSpPr>
        <p:spPr>
          <a:xfrm>
            <a:off x="3776472" y="3962458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14/07</a:t>
            </a:r>
            <a:endParaRPr lang="en-US" sz="800"/>
          </a:p>
        </p:txBody>
      </p:sp>
      <p:sp>
        <p:nvSpPr>
          <p:cNvPr id="432" name="Text 145">
            <a:extLst>
              <a:ext uri="{FF2B5EF4-FFF2-40B4-BE49-F238E27FC236}">
                <a16:creationId xmlns:a16="http://schemas.microsoft.com/office/drawing/2014/main" id="{210065D8-8CA5-D40E-8930-EF9C6D55B20F}"/>
              </a:ext>
            </a:extLst>
          </p:cNvPr>
          <p:cNvSpPr/>
          <p:nvPr/>
        </p:nvSpPr>
        <p:spPr>
          <a:xfrm>
            <a:off x="4343400" y="3962458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16/07</a:t>
            </a:r>
            <a:endParaRPr lang="en-US" sz="800"/>
          </a:p>
        </p:txBody>
      </p:sp>
      <p:sp>
        <p:nvSpPr>
          <p:cNvPr id="434" name="Text 146">
            <a:extLst>
              <a:ext uri="{FF2B5EF4-FFF2-40B4-BE49-F238E27FC236}">
                <a16:creationId xmlns:a16="http://schemas.microsoft.com/office/drawing/2014/main" id="{9822EDE8-9F03-7410-6B69-6D715E1A62F6}"/>
              </a:ext>
            </a:extLst>
          </p:cNvPr>
          <p:cNvSpPr/>
          <p:nvPr/>
        </p:nvSpPr>
        <p:spPr>
          <a:xfrm>
            <a:off x="4910328" y="3962458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20/07</a:t>
            </a:r>
            <a:endParaRPr lang="en-US" sz="800"/>
          </a:p>
        </p:txBody>
      </p:sp>
      <p:sp>
        <p:nvSpPr>
          <p:cNvPr id="436" name="Shape 147">
            <a:extLst>
              <a:ext uri="{FF2B5EF4-FFF2-40B4-BE49-F238E27FC236}">
                <a16:creationId xmlns:a16="http://schemas.microsoft.com/office/drawing/2014/main" id="{06930045-05C1-9F45-7298-E6A57A88B83F}"/>
              </a:ext>
            </a:extLst>
          </p:cNvPr>
          <p:cNvSpPr/>
          <p:nvPr/>
        </p:nvSpPr>
        <p:spPr>
          <a:xfrm>
            <a:off x="5449824" y="3962458"/>
            <a:ext cx="1037910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8" name="Shape 149">
            <a:extLst>
              <a:ext uri="{FF2B5EF4-FFF2-40B4-BE49-F238E27FC236}">
                <a16:creationId xmlns:a16="http://schemas.microsoft.com/office/drawing/2014/main" id="{F61CE7BA-AB29-5849-CB7B-CAD74C03B8CF}"/>
              </a:ext>
            </a:extLst>
          </p:cNvPr>
          <p:cNvSpPr/>
          <p:nvPr/>
        </p:nvSpPr>
        <p:spPr>
          <a:xfrm>
            <a:off x="6967728" y="3962458"/>
            <a:ext cx="967144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0" name="Text 153">
            <a:extLst>
              <a:ext uri="{FF2B5EF4-FFF2-40B4-BE49-F238E27FC236}">
                <a16:creationId xmlns:a16="http://schemas.microsoft.com/office/drawing/2014/main" id="{B5238BC7-46F9-AAFB-D4AA-D13EDA980623}"/>
              </a:ext>
            </a:extLst>
          </p:cNvPr>
          <p:cNvSpPr/>
          <p:nvPr/>
        </p:nvSpPr>
        <p:spPr>
          <a:xfrm>
            <a:off x="8421242" y="3962458"/>
            <a:ext cx="2146587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/>
          </a:p>
        </p:txBody>
      </p:sp>
      <p:sp>
        <p:nvSpPr>
          <p:cNvPr id="442" name="Shape 154">
            <a:extLst>
              <a:ext uri="{FF2B5EF4-FFF2-40B4-BE49-F238E27FC236}">
                <a16:creationId xmlns:a16="http://schemas.microsoft.com/office/drawing/2014/main" id="{CF7C5583-B29A-B686-6CC9-FFFE7E329B09}"/>
              </a:ext>
            </a:extLst>
          </p:cNvPr>
          <p:cNvSpPr/>
          <p:nvPr/>
        </p:nvSpPr>
        <p:spPr>
          <a:xfrm>
            <a:off x="73151" y="3722518"/>
            <a:ext cx="12077501" cy="232029"/>
          </a:xfrm>
          <a:prstGeom prst="rect">
            <a:avLst/>
          </a:prstGeom>
          <a:solidFill>
            <a:srgbClr val="FFFBEB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4" name="Shape 155">
            <a:extLst>
              <a:ext uri="{FF2B5EF4-FFF2-40B4-BE49-F238E27FC236}">
                <a16:creationId xmlns:a16="http://schemas.microsoft.com/office/drawing/2014/main" id="{2C69C09B-55C9-38F3-D732-B63C95E8CC9B}"/>
              </a:ext>
            </a:extLst>
          </p:cNvPr>
          <p:cNvSpPr/>
          <p:nvPr/>
        </p:nvSpPr>
        <p:spPr>
          <a:xfrm>
            <a:off x="73151" y="3722518"/>
            <a:ext cx="12077501" cy="232029"/>
          </a:xfrm>
          <a:prstGeom prst="rect">
            <a:avLst/>
          </a:prstGeom>
          <a:solidFill>
            <a:srgbClr val="FEF3C7">
              <a:alpha val="80000"/>
            </a:srgbClr>
          </a:solidFill>
          <a:ln w="508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6" name="Text 156">
            <a:extLst>
              <a:ext uri="{FF2B5EF4-FFF2-40B4-BE49-F238E27FC236}">
                <a16:creationId xmlns:a16="http://schemas.microsoft.com/office/drawing/2014/main" id="{0217D725-0BFA-8286-72B4-DD84CB0316D6}"/>
              </a:ext>
            </a:extLst>
          </p:cNvPr>
          <p:cNvSpPr/>
          <p:nvPr/>
        </p:nvSpPr>
        <p:spPr>
          <a:xfrm>
            <a:off x="91440" y="3722518"/>
            <a:ext cx="1415332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59E0B"/>
                </a:solidFill>
              </a:rPr>
              <a:t>❄ FREEZING</a:t>
            </a:r>
            <a:endParaRPr lang="en-US" sz="700"/>
          </a:p>
        </p:txBody>
      </p:sp>
      <p:sp>
        <p:nvSpPr>
          <p:cNvPr id="448" name="Text 157">
            <a:extLst>
              <a:ext uri="{FF2B5EF4-FFF2-40B4-BE49-F238E27FC236}">
                <a16:creationId xmlns:a16="http://schemas.microsoft.com/office/drawing/2014/main" id="{7CC25859-A285-9F27-52B6-09897D282A32}"/>
              </a:ext>
            </a:extLst>
          </p:cNvPr>
          <p:cNvSpPr/>
          <p:nvPr/>
        </p:nvSpPr>
        <p:spPr>
          <a:xfrm>
            <a:off x="2670048" y="3722518"/>
            <a:ext cx="2122998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>
                <a:solidFill>
                  <a:srgbClr val="F59E0B"/>
                </a:solidFill>
              </a:rPr>
              <a:t>29/06 – 03/07</a:t>
            </a:r>
            <a:endParaRPr lang="en-US" sz="800"/>
          </a:p>
        </p:txBody>
      </p:sp>
      <p:sp>
        <p:nvSpPr>
          <p:cNvPr id="450" name="Shape 158">
            <a:extLst>
              <a:ext uri="{FF2B5EF4-FFF2-40B4-BE49-F238E27FC236}">
                <a16:creationId xmlns:a16="http://schemas.microsoft.com/office/drawing/2014/main" id="{E7559009-F618-BEF7-C986-D06F19D71E8C}"/>
              </a:ext>
            </a:extLst>
          </p:cNvPr>
          <p:cNvSpPr/>
          <p:nvPr/>
        </p:nvSpPr>
        <p:spPr>
          <a:xfrm>
            <a:off x="73151" y="4222831"/>
            <a:ext cx="12077501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2" name="Text 160">
            <a:extLst>
              <a:ext uri="{FF2B5EF4-FFF2-40B4-BE49-F238E27FC236}">
                <a16:creationId xmlns:a16="http://schemas.microsoft.com/office/drawing/2014/main" id="{F6F7962C-71C2-D7F5-9CEE-B86CFED15EF7}"/>
              </a:ext>
            </a:extLst>
          </p:cNvPr>
          <p:cNvSpPr/>
          <p:nvPr/>
        </p:nvSpPr>
        <p:spPr>
          <a:xfrm>
            <a:off x="109727" y="4257121"/>
            <a:ext cx="518955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S10 ★</a:t>
            </a:r>
            <a:endParaRPr lang="en-US" sz="800"/>
          </a:p>
        </p:txBody>
      </p:sp>
      <p:sp>
        <p:nvSpPr>
          <p:cNvPr id="454" name="Text 161">
            <a:extLst>
              <a:ext uri="{FF2B5EF4-FFF2-40B4-BE49-F238E27FC236}">
                <a16:creationId xmlns:a16="http://schemas.microsoft.com/office/drawing/2014/main" id="{0ADF72AA-90F2-702F-969F-50BF5B6A4BBA}"/>
              </a:ext>
            </a:extLst>
          </p:cNvPr>
          <p:cNvSpPr/>
          <p:nvPr/>
        </p:nvSpPr>
        <p:spPr>
          <a:xfrm>
            <a:off x="438380" y="4230245"/>
            <a:ext cx="731255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15/07</a:t>
            </a:r>
            <a:endParaRPr lang="en-US" sz="800"/>
          </a:p>
        </p:txBody>
      </p:sp>
      <p:sp>
        <p:nvSpPr>
          <p:cNvPr id="456" name="Text 162">
            <a:extLst>
              <a:ext uri="{FF2B5EF4-FFF2-40B4-BE49-F238E27FC236}">
                <a16:creationId xmlns:a16="http://schemas.microsoft.com/office/drawing/2014/main" id="{D64F1383-06DE-1395-CA0D-D820587BD7D1}"/>
              </a:ext>
            </a:extLst>
          </p:cNvPr>
          <p:cNvSpPr/>
          <p:nvPr/>
        </p:nvSpPr>
        <p:spPr>
          <a:xfrm>
            <a:off x="1093088" y="4222831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 xml:space="preserve">    30/06 – 06/07(S28)         </a:t>
            </a:r>
            <a:endParaRPr lang="en-US" sz="800"/>
          </a:p>
        </p:txBody>
      </p:sp>
      <p:sp>
        <p:nvSpPr>
          <p:cNvPr id="458" name="Text 163">
            <a:extLst>
              <a:ext uri="{FF2B5EF4-FFF2-40B4-BE49-F238E27FC236}">
                <a16:creationId xmlns:a16="http://schemas.microsoft.com/office/drawing/2014/main" id="{A54C272D-EFCD-992C-A3D9-0712AADDE37F}"/>
              </a:ext>
            </a:extLst>
          </p:cNvPr>
          <p:cNvSpPr/>
          <p:nvPr/>
        </p:nvSpPr>
        <p:spPr>
          <a:xfrm>
            <a:off x="1947671" y="4222831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07/07 – 13/07 (S28)</a:t>
            </a:r>
            <a:endParaRPr lang="en-US" sz="800"/>
          </a:p>
        </p:txBody>
      </p:sp>
      <p:sp>
        <p:nvSpPr>
          <p:cNvPr id="460" name="Text 164">
            <a:extLst>
              <a:ext uri="{FF2B5EF4-FFF2-40B4-BE49-F238E27FC236}">
                <a16:creationId xmlns:a16="http://schemas.microsoft.com/office/drawing/2014/main" id="{E066B85D-7591-F3BD-4203-0C28DC195DD2}"/>
              </a:ext>
            </a:extLst>
          </p:cNvPr>
          <p:cNvSpPr/>
          <p:nvPr/>
        </p:nvSpPr>
        <p:spPr>
          <a:xfrm>
            <a:off x="2697479" y="4222831"/>
            <a:ext cx="13209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14/07 – 27/07</a:t>
            </a:r>
            <a:endParaRPr lang="en-US" sz="800"/>
          </a:p>
        </p:txBody>
      </p:sp>
      <p:sp>
        <p:nvSpPr>
          <p:cNvPr id="462" name="Text 165">
            <a:extLst>
              <a:ext uri="{FF2B5EF4-FFF2-40B4-BE49-F238E27FC236}">
                <a16:creationId xmlns:a16="http://schemas.microsoft.com/office/drawing/2014/main" id="{12183C31-D3AB-5242-C3DB-62A0AFF942DF}"/>
              </a:ext>
            </a:extLst>
          </p:cNvPr>
          <p:cNvSpPr/>
          <p:nvPr/>
        </p:nvSpPr>
        <p:spPr>
          <a:xfrm>
            <a:off x="3776472" y="4222831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28/07</a:t>
            </a:r>
            <a:endParaRPr lang="en-US" sz="800"/>
          </a:p>
        </p:txBody>
      </p:sp>
      <p:sp>
        <p:nvSpPr>
          <p:cNvPr id="464" name="Text 166">
            <a:extLst>
              <a:ext uri="{FF2B5EF4-FFF2-40B4-BE49-F238E27FC236}">
                <a16:creationId xmlns:a16="http://schemas.microsoft.com/office/drawing/2014/main" id="{FB7DA6FE-4663-1665-A56E-0B864AC43A7B}"/>
              </a:ext>
            </a:extLst>
          </p:cNvPr>
          <p:cNvSpPr/>
          <p:nvPr/>
        </p:nvSpPr>
        <p:spPr>
          <a:xfrm>
            <a:off x="4343400" y="4222831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30/07</a:t>
            </a:r>
            <a:endParaRPr lang="en-US" sz="800"/>
          </a:p>
        </p:txBody>
      </p:sp>
      <p:sp>
        <p:nvSpPr>
          <p:cNvPr id="466" name="Text 167">
            <a:extLst>
              <a:ext uri="{FF2B5EF4-FFF2-40B4-BE49-F238E27FC236}">
                <a16:creationId xmlns:a16="http://schemas.microsoft.com/office/drawing/2014/main" id="{5DF6D7B5-3170-C4DD-D8EA-4986D0B222E3}"/>
              </a:ext>
            </a:extLst>
          </p:cNvPr>
          <p:cNvSpPr/>
          <p:nvPr/>
        </p:nvSpPr>
        <p:spPr>
          <a:xfrm>
            <a:off x="4910328" y="4222831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03/08</a:t>
            </a:r>
            <a:endParaRPr lang="en-US" sz="800"/>
          </a:p>
        </p:txBody>
      </p:sp>
      <p:sp>
        <p:nvSpPr>
          <p:cNvPr id="468" name="Shape 168">
            <a:extLst>
              <a:ext uri="{FF2B5EF4-FFF2-40B4-BE49-F238E27FC236}">
                <a16:creationId xmlns:a16="http://schemas.microsoft.com/office/drawing/2014/main" id="{B37A47A9-08EB-6CFF-2C96-1B5329CA9591}"/>
              </a:ext>
            </a:extLst>
          </p:cNvPr>
          <p:cNvSpPr/>
          <p:nvPr/>
        </p:nvSpPr>
        <p:spPr>
          <a:xfrm>
            <a:off x="5449824" y="4222831"/>
            <a:ext cx="1037910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0" name="Shape 169">
            <a:extLst>
              <a:ext uri="{FF2B5EF4-FFF2-40B4-BE49-F238E27FC236}">
                <a16:creationId xmlns:a16="http://schemas.microsoft.com/office/drawing/2014/main" id="{55A3B50E-B64C-22C2-CFE9-965BA1191B1A}"/>
              </a:ext>
            </a:extLst>
          </p:cNvPr>
          <p:cNvSpPr/>
          <p:nvPr/>
        </p:nvSpPr>
        <p:spPr>
          <a:xfrm>
            <a:off x="6254496" y="4222831"/>
            <a:ext cx="919966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2" name="Shape 170">
            <a:extLst>
              <a:ext uri="{FF2B5EF4-FFF2-40B4-BE49-F238E27FC236}">
                <a16:creationId xmlns:a16="http://schemas.microsoft.com/office/drawing/2014/main" id="{9D31281C-612E-2383-51F8-61C47D89767E}"/>
              </a:ext>
            </a:extLst>
          </p:cNvPr>
          <p:cNvSpPr/>
          <p:nvPr/>
        </p:nvSpPr>
        <p:spPr>
          <a:xfrm>
            <a:off x="6967728" y="4222831"/>
            <a:ext cx="967144" cy="232029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4" name="Text 174">
            <a:extLst>
              <a:ext uri="{FF2B5EF4-FFF2-40B4-BE49-F238E27FC236}">
                <a16:creationId xmlns:a16="http://schemas.microsoft.com/office/drawing/2014/main" id="{8C79B57F-486E-9AC5-AB5B-65D6CBF0A57F}"/>
              </a:ext>
            </a:extLst>
          </p:cNvPr>
          <p:cNvSpPr/>
          <p:nvPr/>
        </p:nvSpPr>
        <p:spPr>
          <a:xfrm>
            <a:off x="8421242" y="4222831"/>
            <a:ext cx="2146587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50"/>
          </a:p>
        </p:txBody>
      </p:sp>
      <p:sp>
        <p:nvSpPr>
          <p:cNvPr id="476" name="Shape 175">
            <a:extLst>
              <a:ext uri="{FF2B5EF4-FFF2-40B4-BE49-F238E27FC236}">
                <a16:creationId xmlns:a16="http://schemas.microsoft.com/office/drawing/2014/main" id="{3DFCBA0D-178A-DAA9-252C-488FFBFFFA3C}"/>
              </a:ext>
            </a:extLst>
          </p:cNvPr>
          <p:cNvSpPr/>
          <p:nvPr/>
        </p:nvSpPr>
        <p:spPr>
          <a:xfrm>
            <a:off x="73151" y="4749253"/>
            <a:ext cx="12077501" cy="23202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8" name="Text 176">
            <a:extLst>
              <a:ext uri="{FF2B5EF4-FFF2-40B4-BE49-F238E27FC236}">
                <a16:creationId xmlns:a16="http://schemas.microsoft.com/office/drawing/2014/main" id="{EA7C83A7-E670-02BC-7C7A-CADD17E0A3FD}"/>
              </a:ext>
            </a:extLst>
          </p:cNvPr>
          <p:cNvSpPr/>
          <p:nvPr/>
        </p:nvSpPr>
        <p:spPr>
          <a:xfrm>
            <a:off x="100584" y="4749253"/>
            <a:ext cx="542544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S28</a:t>
            </a:r>
            <a:endParaRPr lang="en-US" sz="800"/>
          </a:p>
        </p:txBody>
      </p:sp>
      <p:sp>
        <p:nvSpPr>
          <p:cNvPr id="480" name="Text 177">
            <a:extLst>
              <a:ext uri="{FF2B5EF4-FFF2-40B4-BE49-F238E27FC236}">
                <a16:creationId xmlns:a16="http://schemas.microsoft.com/office/drawing/2014/main" id="{3C38BA6B-8565-2BF0-415C-CABF9FAA9D38}"/>
              </a:ext>
            </a:extLst>
          </p:cNvPr>
          <p:cNvSpPr/>
          <p:nvPr/>
        </p:nvSpPr>
        <p:spPr>
          <a:xfrm>
            <a:off x="461771" y="4749253"/>
            <a:ext cx="731255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29/07</a:t>
            </a:r>
            <a:endParaRPr lang="en-US" sz="800"/>
          </a:p>
        </p:txBody>
      </p:sp>
      <p:sp>
        <p:nvSpPr>
          <p:cNvPr id="482" name="Text 178">
            <a:extLst>
              <a:ext uri="{FF2B5EF4-FFF2-40B4-BE49-F238E27FC236}">
                <a16:creationId xmlns:a16="http://schemas.microsoft.com/office/drawing/2014/main" id="{11100F0C-18A0-FC81-8189-3EAFDA6E9E46}"/>
              </a:ext>
            </a:extLst>
          </p:cNvPr>
          <p:cNvSpPr/>
          <p:nvPr/>
        </p:nvSpPr>
        <p:spPr>
          <a:xfrm>
            <a:off x="1045463" y="4749253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 xml:space="preserve">        14/07 – 20/07 (S29)       </a:t>
            </a:r>
            <a:endParaRPr lang="en-US" sz="800"/>
          </a:p>
        </p:txBody>
      </p:sp>
      <p:sp>
        <p:nvSpPr>
          <p:cNvPr id="484" name="Text 179">
            <a:extLst>
              <a:ext uri="{FF2B5EF4-FFF2-40B4-BE49-F238E27FC236}">
                <a16:creationId xmlns:a16="http://schemas.microsoft.com/office/drawing/2014/main" id="{84CCF570-9560-712B-A583-D13DA21BBFFD}"/>
              </a:ext>
            </a:extLst>
          </p:cNvPr>
          <p:cNvSpPr/>
          <p:nvPr/>
        </p:nvSpPr>
        <p:spPr>
          <a:xfrm>
            <a:off x="1947671" y="4749253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21/07 – 27/07(S29)</a:t>
            </a:r>
            <a:endParaRPr lang="en-US" sz="800"/>
          </a:p>
        </p:txBody>
      </p:sp>
      <p:sp>
        <p:nvSpPr>
          <p:cNvPr id="486" name="Text 180">
            <a:extLst>
              <a:ext uri="{FF2B5EF4-FFF2-40B4-BE49-F238E27FC236}">
                <a16:creationId xmlns:a16="http://schemas.microsoft.com/office/drawing/2014/main" id="{B04938E3-9572-D4F2-E948-03D1E2D1B49E}"/>
              </a:ext>
            </a:extLst>
          </p:cNvPr>
          <p:cNvSpPr/>
          <p:nvPr/>
        </p:nvSpPr>
        <p:spPr>
          <a:xfrm>
            <a:off x="2697479" y="4749253"/>
            <a:ext cx="13209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28/07 – 10/08</a:t>
            </a:r>
            <a:endParaRPr lang="en-US" sz="800"/>
          </a:p>
        </p:txBody>
      </p:sp>
      <p:sp>
        <p:nvSpPr>
          <p:cNvPr id="488" name="Text 181">
            <a:extLst>
              <a:ext uri="{FF2B5EF4-FFF2-40B4-BE49-F238E27FC236}">
                <a16:creationId xmlns:a16="http://schemas.microsoft.com/office/drawing/2014/main" id="{F853BA08-3D2E-2174-A919-5F389E4BB5F2}"/>
              </a:ext>
            </a:extLst>
          </p:cNvPr>
          <p:cNvSpPr/>
          <p:nvPr/>
        </p:nvSpPr>
        <p:spPr>
          <a:xfrm>
            <a:off x="3776472" y="4749253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11/08</a:t>
            </a:r>
            <a:endParaRPr lang="en-US" sz="800"/>
          </a:p>
        </p:txBody>
      </p:sp>
      <p:sp>
        <p:nvSpPr>
          <p:cNvPr id="490" name="Text 182">
            <a:extLst>
              <a:ext uri="{FF2B5EF4-FFF2-40B4-BE49-F238E27FC236}">
                <a16:creationId xmlns:a16="http://schemas.microsoft.com/office/drawing/2014/main" id="{F16DE566-94F4-2E36-5422-55FEE9DCD118}"/>
              </a:ext>
            </a:extLst>
          </p:cNvPr>
          <p:cNvSpPr/>
          <p:nvPr/>
        </p:nvSpPr>
        <p:spPr>
          <a:xfrm>
            <a:off x="4343400" y="4749253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13/08</a:t>
            </a:r>
            <a:endParaRPr lang="en-US" sz="800"/>
          </a:p>
        </p:txBody>
      </p:sp>
      <p:sp>
        <p:nvSpPr>
          <p:cNvPr id="492" name="Text 183">
            <a:extLst>
              <a:ext uri="{FF2B5EF4-FFF2-40B4-BE49-F238E27FC236}">
                <a16:creationId xmlns:a16="http://schemas.microsoft.com/office/drawing/2014/main" id="{7F45C2F2-1359-EC47-7367-F4902E6ACFD4}"/>
              </a:ext>
            </a:extLst>
          </p:cNvPr>
          <p:cNvSpPr/>
          <p:nvPr/>
        </p:nvSpPr>
        <p:spPr>
          <a:xfrm>
            <a:off x="4910328" y="4749253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17/08</a:t>
            </a:r>
            <a:endParaRPr lang="en-US" sz="800"/>
          </a:p>
        </p:txBody>
      </p:sp>
      <p:sp>
        <p:nvSpPr>
          <p:cNvPr id="494" name="Shape 184">
            <a:extLst>
              <a:ext uri="{FF2B5EF4-FFF2-40B4-BE49-F238E27FC236}">
                <a16:creationId xmlns:a16="http://schemas.microsoft.com/office/drawing/2014/main" id="{FA4CB21C-9A27-126E-B833-04BCBD739904}"/>
              </a:ext>
            </a:extLst>
          </p:cNvPr>
          <p:cNvSpPr/>
          <p:nvPr/>
        </p:nvSpPr>
        <p:spPr>
          <a:xfrm>
            <a:off x="5449824" y="4749253"/>
            <a:ext cx="1037910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6" name="Shape 185">
            <a:extLst>
              <a:ext uri="{FF2B5EF4-FFF2-40B4-BE49-F238E27FC236}">
                <a16:creationId xmlns:a16="http://schemas.microsoft.com/office/drawing/2014/main" id="{DAA2A069-684A-E28B-CF48-DE5E60C2CF92}"/>
              </a:ext>
            </a:extLst>
          </p:cNvPr>
          <p:cNvSpPr/>
          <p:nvPr/>
        </p:nvSpPr>
        <p:spPr>
          <a:xfrm>
            <a:off x="6254496" y="4749253"/>
            <a:ext cx="919966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8" name="Shape 186">
            <a:extLst>
              <a:ext uri="{FF2B5EF4-FFF2-40B4-BE49-F238E27FC236}">
                <a16:creationId xmlns:a16="http://schemas.microsoft.com/office/drawing/2014/main" id="{3AA1798C-ADA9-2868-49D2-A09AB75661F4}"/>
              </a:ext>
            </a:extLst>
          </p:cNvPr>
          <p:cNvSpPr/>
          <p:nvPr/>
        </p:nvSpPr>
        <p:spPr>
          <a:xfrm>
            <a:off x="6967728" y="4749253"/>
            <a:ext cx="967144" cy="232029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0" name="Shape 187">
            <a:extLst>
              <a:ext uri="{FF2B5EF4-FFF2-40B4-BE49-F238E27FC236}">
                <a16:creationId xmlns:a16="http://schemas.microsoft.com/office/drawing/2014/main" id="{F3C6EEF0-C053-06AC-4FA9-384C53B8B6DF}"/>
              </a:ext>
            </a:extLst>
          </p:cNvPr>
          <p:cNvSpPr/>
          <p:nvPr/>
        </p:nvSpPr>
        <p:spPr>
          <a:xfrm>
            <a:off x="73151" y="4491906"/>
            <a:ext cx="12077501" cy="232029"/>
          </a:xfrm>
          <a:prstGeom prst="rect">
            <a:avLst/>
          </a:prstGeom>
          <a:solidFill>
            <a:srgbClr val="FFFBEB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2" name="Shape 188">
            <a:extLst>
              <a:ext uri="{FF2B5EF4-FFF2-40B4-BE49-F238E27FC236}">
                <a16:creationId xmlns:a16="http://schemas.microsoft.com/office/drawing/2014/main" id="{B2D81E1D-4EAE-CB54-5B70-52953B751328}"/>
              </a:ext>
            </a:extLst>
          </p:cNvPr>
          <p:cNvSpPr/>
          <p:nvPr/>
        </p:nvSpPr>
        <p:spPr>
          <a:xfrm>
            <a:off x="73151" y="4491906"/>
            <a:ext cx="12077501" cy="232029"/>
          </a:xfrm>
          <a:prstGeom prst="rect">
            <a:avLst/>
          </a:prstGeom>
          <a:solidFill>
            <a:srgbClr val="FEF3C7">
              <a:alpha val="80000"/>
            </a:srgbClr>
          </a:solidFill>
          <a:ln w="508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4" name="Text 189">
            <a:extLst>
              <a:ext uri="{FF2B5EF4-FFF2-40B4-BE49-F238E27FC236}">
                <a16:creationId xmlns:a16="http://schemas.microsoft.com/office/drawing/2014/main" id="{4E8592BC-6B67-642C-CC38-A8BAB24D05A4}"/>
              </a:ext>
            </a:extLst>
          </p:cNvPr>
          <p:cNvSpPr/>
          <p:nvPr/>
        </p:nvSpPr>
        <p:spPr>
          <a:xfrm>
            <a:off x="91440" y="4491906"/>
            <a:ext cx="1415332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59E0B"/>
                </a:solidFill>
              </a:rPr>
              <a:t>❄ FREEZING</a:t>
            </a:r>
            <a:endParaRPr lang="en-US" sz="700"/>
          </a:p>
        </p:txBody>
      </p:sp>
      <p:sp>
        <p:nvSpPr>
          <p:cNvPr id="506" name="Text 190">
            <a:extLst>
              <a:ext uri="{FF2B5EF4-FFF2-40B4-BE49-F238E27FC236}">
                <a16:creationId xmlns:a16="http://schemas.microsoft.com/office/drawing/2014/main" id="{89E2ED91-0211-397E-2772-9EFF4A7B2F54}"/>
              </a:ext>
            </a:extLst>
          </p:cNvPr>
          <p:cNvSpPr/>
          <p:nvPr/>
        </p:nvSpPr>
        <p:spPr>
          <a:xfrm>
            <a:off x="2670048" y="4491906"/>
            <a:ext cx="2122998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>
                <a:solidFill>
                  <a:srgbClr val="F59E0B"/>
                </a:solidFill>
              </a:rPr>
              <a:t>27/07 – 31/07</a:t>
            </a:r>
            <a:endParaRPr lang="en-US" sz="800"/>
          </a:p>
        </p:txBody>
      </p:sp>
      <p:sp>
        <p:nvSpPr>
          <p:cNvPr id="508" name="Shape 199">
            <a:extLst>
              <a:ext uri="{FF2B5EF4-FFF2-40B4-BE49-F238E27FC236}">
                <a16:creationId xmlns:a16="http://schemas.microsoft.com/office/drawing/2014/main" id="{EEE10F87-9A7B-65E0-C945-2B793E9307D6}"/>
              </a:ext>
            </a:extLst>
          </p:cNvPr>
          <p:cNvSpPr/>
          <p:nvPr/>
        </p:nvSpPr>
        <p:spPr>
          <a:xfrm>
            <a:off x="243459" y="5953712"/>
            <a:ext cx="259478" cy="120015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0" name="Text 200">
            <a:extLst>
              <a:ext uri="{FF2B5EF4-FFF2-40B4-BE49-F238E27FC236}">
                <a16:creationId xmlns:a16="http://schemas.microsoft.com/office/drawing/2014/main" id="{FF6DEB44-EFA9-80E2-B481-4710EAFE331B}"/>
              </a:ext>
            </a:extLst>
          </p:cNvPr>
          <p:cNvSpPr/>
          <p:nvPr/>
        </p:nvSpPr>
        <p:spPr>
          <a:xfrm>
            <a:off x="566928" y="5881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E293B"/>
                </a:solidFill>
              </a:rPr>
              <a:t>Freezing</a:t>
            </a:r>
            <a:endParaRPr lang="en-US" sz="800"/>
          </a:p>
        </p:txBody>
      </p:sp>
      <p:sp>
        <p:nvSpPr>
          <p:cNvPr id="512" name="Text 122">
            <a:extLst>
              <a:ext uri="{FF2B5EF4-FFF2-40B4-BE49-F238E27FC236}">
                <a16:creationId xmlns:a16="http://schemas.microsoft.com/office/drawing/2014/main" id="{9299310D-08C9-D224-73D5-06049DCB69BA}"/>
              </a:ext>
            </a:extLst>
          </p:cNvPr>
          <p:cNvSpPr/>
          <p:nvPr/>
        </p:nvSpPr>
        <p:spPr>
          <a:xfrm>
            <a:off x="100584" y="3199638"/>
            <a:ext cx="518955" cy="152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S7 ★</a:t>
            </a:r>
            <a:endParaRPr lang="en-US" sz="800"/>
          </a:p>
        </p:txBody>
      </p:sp>
      <p:sp>
        <p:nvSpPr>
          <p:cNvPr id="514" name="Text 108">
            <a:extLst>
              <a:ext uri="{FF2B5EF4-FFF2-40B4-BE49-F238E27FC236}">
                <a16:creationId xmlns:a16="http://schemas.microsoft.com/office/drawing/2014/main" id="{BDE8C0D6-B0CE-FB2E-ECF1-8A21B585ECB2}"/>
              </a:ext>
            </a:extLst>
          </p:cNvPr>
          <p:cNvSpPr/>
          <p:nvPr/>
        </p:nvSpPr>
        <p:spPr>
          <a:xfrm>
            <a:off x="4931353" y="3129859"/>
            <a:ext cx="660488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800">
              <a:solidFill>
                <a:srgbClr val="EE0000"/>
              </a:solidFill>
            </a:endParaRPr>
          </a:p>
        </p:txBody>
      </p:sp>
      <p:sp>
        <p:nvSpPr>
          <p:cNvPr id="516" name="Text 124">
            <a:extLst>
              <a:ext uri="{FF2B5EF4-FFF2-40B4-BE49-F238E27FC236}">
                <a16:creationId xmlns:a16="http://schemas.microsoft.com/office/drawing/2014/main" id="{75B41C54-93FC-B0CB-D53C-360942CF9FD4}"/>
              </a:ext>
            </a:extLst>
          </p:cNvPr>
          <p:cNvSpPr/>
          <p:nvPr/>
        </p:nvSpPr>
        <p:spPr>
          <a:xfrm>
            <a:off x="1051294" y="2681858"/>
            <a:ext cx="896377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 xml:space="preserve">05/05 – 11/05(S24)    </a:t>
            </a:r>
            <a:endParaRPr lang="en-US" sz="800"/>
          </a:p>
        </p:txBody>
      </p:sp>
      <p:sp>
        <p:nvSpPr>
          <p:cNvPr id="518" name="Text 176">
            <a:extLst>
              <a:ext uri="{FF2B5EF4-FFF2-40B4-BE49-F238E27FC236}">
                <a16:creationId xmlns:a16="http://schemas.microsoft.com/office/drawing/2014/main" id="{FEC9DC83-7850-A581-8C83-9F4CC06452F5}"/>
              </a:ext>
            </a:extLst>
          </p:cNvPr>
          <p:cNvSpPr/>
          <p:nvPr/>
        </p:nvSpPr>
        <p:spPr>
          <a:xfrm>
            <a:off x="68512" y="3196971"/>
            <a:ext cx="542544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S24</a:t>
            </a:r>
            <a:endParaRPr lang="en-US" sz="800"/>
          </a:p>
        </p:txBody>
      </p:sp>
      <p:sp>
        <p:nvSpPr>
          <p:cNvPr id="520" name="Text 176">
            <a:extLst>
              <a:ext uri="{FF2B5EF4-FFF2-40B4-BE49-F238E27FC236}">
                <a16:creationId xmlns:a16="http://schemas.microsoft.com/office/drawing/2014/main" id="{2D0D632A-702A-ECAA-F6EF-148D4BAA612B}"/>
              </a:ext>
            </a:extLst>
          </p:cNvPr>
          <p:cNvSpPr/>
          <p:nvPr/>
        </p:nvSpPr>
        <p:spPr>
          <a:xfrm>
            <a:off x="72355" y="3474720"/>
            <a:ext cx="542544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S25</a:t>
            </a:r>
            <a:endParaRPr lang="en-US" sz="800"/>
          </a:p>
        </p:txBody>
      </p:sp>
      <p:sp>
        <p:nvSpPr>
          <p:cNvPr id="522" name="Text 176">
            <a:extLst>
              <a:ext uri="{FF2B5EF4-FFF2-40B4-BE49-F238E27FC236}">
                <a16:creationId xmlns:a16="http://schemas.microsoft.com/office/drawing/2014/main" id="{183FE9E2-6866-AFDF-B30F-4A769858FEC3}"/>
              </a:ext>
            </a:extLst>
          </p:cNvPr>
          <p:cNvSpPr/>
          <p:nvPr/>
        </p:nvSpPr>
        <p:spPr>
          <a:xfrm>
            <a:off x="70104" y="3959410"/>
            <a:ext cx="542544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S26</a:t>
            </a:r>
            <a:endParaRPr lang="en-US" sz="800"/>
          </a:p>
        </p:txBody>
      </p:sp>
      <p:sp>
        <p:nvSpPr>
          <p:cNvPr id="524" name="Text 176">
            <a:extLst>
              <a:ext uri="{FF2B5EF4-FFF2-40B4-BE49-F238E27FC236}">
                <a16:creationId xmlns:a16="http://schemas.microsoft.com/office/drawing/2014/main" id="{A287439F-578B-D5E8-3083-0FC6E4BE4D63}"/>
              </a:ext>
            </a:extLst>
          </p:cNvPr>
          <p:cNvSpPr/>
          <p:nvPr/>
        </p:nvSpPr>
        <p:spPr>
          <a:xfrm>
            <a:off x="73151" y="4214132"/>
            <a:ext cx="542544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S27</a:t>
            </a:r>
            <a:endParaRPr lang="en-US" sz="800"/>
          </a:p>
        </p:txBody>
      </p:sp>
      <p:sp>
        <p:nvSpPr>
          <p:cNvPr id="526" name="Text 86">
            <a:extLst>
              <a:ext uri="{FF2B5EF4-FFF2-40B4-BE49-F238E27FC236}">
                <a16:creationId xmlns:a16="http://schemas.microsoft.com/office/drawing/2014/main" id="{A5919679-1B9E-EC79-6A7A-56BB64694FBE}"/>
              </a:ext>
            </a:extLst>
          </p:cNvPr>
          <p:cNvSpPr/>
          <p:nvPr/>
        </p:nvSpPr>
        <p:spPr>
          <a:xfrm>
            <a:off x="426586" y="3196971"/>
            <a:ext cx="731255" cy="232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03/06</a:t>
            </a:r>
            <a:endParaRPr lang="en-US" sz="800"/>
          </a:p>
        </p:txBody>
      </p:sp>
      <p:sp>
        <p:nvSpPr>
          <p:cNvPr id="528" name="Shape 20">
            <a:extLst>
              <a:ext uri="{FF2B5EF4-FFF2-40B4-BE49-F238E27FC236}">
                <a16:creationId xmlns:a16="http://schemas.microsoft.com/office/drawing/2014/main" id="{57C8A772-D0B4-A0B5-A5EB-767ED69A0A50}"/>
              </a:ext>
            </a:extLst>
          </p:cNvPr>
          <p:cNvSpPr/>
          <p:nvPr/>
        </p:nvSpPr>
        <p:spPr>
          <a:xfrm>
            <a:off x="73152" y="5013539"/>
            <a:ext cx="12088368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0" name="Text 21">
            <a:extLst>
              <a:ext uri="{FF2B5EF4-FFF2-40B4-BE49-F238E27FC236}">
                <a16:creationId xmlns:a16="http://schemas.microsoft.com/office/drawing/2014/main" id="{4CEE14AE-BD52-9290-C1E1-D15DEE627C3A}"/>
              </a:ext>
            </a:extLst>
          </p:cNvPr>
          <p:cNvSpPr/>
          <p:nvPr/>
        </p:nvSpPr>
        <p:spPr>
          <a:xfrm>
            <a:off x="100584" y="5013539"/>
            <a:ext cx="5430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S29</a:t>
            </a:r>
            <a:endParaRPr lang="en-US" sz="800"/>
          </a:p>
        </p:txBody>
      </p:sp>
      <p:sp>
        <p:nvSpPr>
          <p:cNvPr id="532" name="Text 22">
            <a:extLst>
              <a:ext uri="{FF2B5EF4-FFF2-40B4-BE49-F238E27FC236}">
                <a16:creationId xmlns:a16="http://schemas.microsoft.com/office/drawing/2014/main" id="{C9DBAA14-1377-A09B-BF8B-22AB277E607A}"/>
              </a:ext>
            </a:extLst>
          </p:cNvPr>
          <p:cNvSpPr/>
          <p:nvPr/>
        </p:nvSpPr>
        <p:spPr>
          <a:xfrm>
            <a:off x="471563" y="5013539"/>
            <a:ext cx="73191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12/08</a:t>
            </a:r>
            <a:endParaRPr lang="en-US" sz="800"/>
          </a:p>
        </p:txBody>
      </p:sp>
      <p:sp>
        <p:nvSpPr>
          <p:cNvPr id="534" name="Text 23">
            <a:extLst>
              <a:ext uri="{FF2B5EF4-FFF2-40B4-BE49-F238E27FC236}">
                <a16:creationId xmlns:a16="http://schemas.microsoft.com/office/drawing/2014/main" id="{0FF2A12B-F75E-DE63-7BBD-B7F8A01C7A1C}"/>
              </a:ext>
            </a:extLst>
          </p:cNvPr>
          <p:cNvSpPr/>
          <p:nvPr/>
        </p:nvSpPr>
        <p:spPr>
          <a:xfrm>
            <a:off x="1075938" y="5013539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28/07 – 03/08 (S30)</a:t>
            </a:r>
            <a:endParaRPr lang="en-US" sz="800"/>
          </a:p>
        </p:txBody>
      </p:sp>
      <p:sp>
        <p:nvSpPr>
          <p:cNvPr id="536" name="Text 24">
            <a:extLst>
              <a:ext uri="{FF2B5EF4-FFF2-40B4-BE49-F238E27FC236}">
                <a16:creationId xmlns:a16="http://schemas.microsoft.com/office/drawing/2014/main" id="{E43320AD-81BE-3A25-E45B-692B5466BC0E}"/>
              </a:ext>
            </a:extLst>
          </p:cNvPr>
          <p:cNvSpPr/>
          <p:nvPr/>
        </p:nvSpPr>
        <p:spPr>
          <a:xfrm>
            <a:off x="2012166" y="5013539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04/08 – 10/08 (S30)</a:t>
            </a:r>
            <a:endParaRPr lang="en-US" sz="800"/>
          </a:p>
        </p:txBody>
      </p:sp>
      <p:sp>
        <p:nvSpPr>
          <p:cNvPr id="538" name="Text 25">
            <a:extLst>
              <a:ext uri="{FF2B5EF4-FFF2-40B4-BE49-F238E27FC236}">
                <a16:creationId xmlns:a16="http://schemas.microsoft.com/office/drawing/2014/main" id="{EE9836E5-D1F1-F249-1A83-3292774B05C9}"/>
              </a:ext>
            </a:extLst>
          </p:cNvPr>
          <p:cNvSpPr/>
          <p:nvPr/>
        </p:nvSpPr>
        <p:spPr>
          <a:xfrm>
            <a:off x="2697479" y="5013539"/>
            <a:ext cx="1322165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11/08 – 24/08</a:t>
            </a:r>
            <a:endParaRPr lang="en-US" sz="800"/>
          </a:p>
        </p:txBody>
      </p:sp>
      <p:sp>
        <p:nvSpPr>
          <p:cNvPr id="540" name="Text 26">
            <a:extLst>
              <a:ext uri="{FF2B5EF4-FFF2-40B4-BE49-F238E27FC236}">
                <a16:creationId xmlns:a16="http://schemas.microsoft.com/office/drawing/2014/main" id="{838AAF89-EFA3-F47D-69FC-B6242F9F988C}"/>
              </a:ext>
            </a:extLst>
          </p:cNvPr>
          <p:cNvSpPr/>
          <p:nvPr/>
        </p:nvSpPr>
        <p:spPr>
          <a:xfrm>
            <a:off x="3776471" y="5013539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25/08</a:t>
            </a:r>
            <a:endParaRPr lang="en-US" sz="800"/>
          </a:p>
        </p:txBody>
      </p:sp>
      <p:sp>
        <p:nvSpPr>
          <p:cNvPr id="542" name="Text 27">
            <a:extLst>
              <a:ext uri="{FF2B5EF4-FFF2-40B4-BE49-F238E27FC236}">
                <a16:creationId xmlns:a16="http://schemas.microsoft.com/office/drawing/2014/main" id="{C7EBBB6D-9199-F1A4-D6B5-9E103927642B}"/>
              </a:ext>
            </a:extLst>
          </p:cNvPr>
          <p:cNvSpPr/>
          <p:nvPr/>
        </p:nvSpPr>
        <p:spPr>
          <a:xfrm>
            <a:off x="4343399" y="5013539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03/09</a:t>
            </a:r>
            <a:endParaRPr lang="en-US" sz="800"/>
          </a:p>
        </p:txBody>
      </p:sp>
      <p:sp>
        <p:nvSpPr>
          <p:cNvPr id="544" name="Text 28">
            <a:extLst>
              <a:ext uri="{FF2B5EF4-FFF2-40B4-BE49-F238E27FC236}">
                <a16:creationId xmlns:a16="http://schemas.microsoft.com/office/drawing/2014/main" id="{FA5C3423-563B-6D51-575D-A7DE1AC3B59B}"/>
              </a:ext>
            </a:extLst>
          </p:cNvPr>
          <p:cNvSpPr/>
          <p:nvPr/>
        </p:nvSpPr>
        <p:spPr>
          <a:xfrm>
            <a:off x="4910327" y="5013539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08/09</a:t>
            </a:r>
            <a:endParaRPr lang="en-US" sz="800"/>
          </a:p>
        </p:txBody>
      </p:sp>
      <p:sp>
        <p:nvSpPr>
          <p:cNvPr id="546" name="Shape 29">
            <a:extLst>
              <a:ext uri="{FF2B5EF4-FFF2-40B4-BE49-F238E27FC236}">
                <a16:creationId xmlns:a16="http://schemas.microsoft.com/office/drawing/2014/main" id="{E51BBFBC-EDDB-F8B6-F6DF-349F20CC881F}"/>
              </a:ext>
            </a:extLst>
          </p:cNvPr>
          <p:cNvSpPr/>
          <p:nvPr/>
        </p:nvSpPr>
        <p:spPr>
          <a:xfrm>
            <a:off x="5449824" y="5013539"/>
            <a:ext cx="103884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8" name="Shape 30">
            <a:extLst>
              <a:ext uri="{FF2B5EF4-FFF2-40B4-BE49-F238E27FC236}">
                <a16:creationId xmlns:a16="http://schemas.microsoft.com/office/drawing/2014/main" id="{1613FDAC-2347-E32A-79DD-F7EDA0CE700F}"/>
              </a:ext>
            </a:extLst>
          </p:cNvPr>
          <p:cNvSpPr/>
          <p:nvPr/>
        </p:nvSpPr>
        <p:spPr>
          <a:xfrm>
            <a:off x="6254496" y="5013539"/>
            <a:ext cx="92079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0" name="Shape 31">
            <a:extLst>
              <a:ext uri="{FF2B5EF4-FFF2-40B4-BE49-F238E27FC236}">
                <a16:creationId xmlns:a16="http://schemas.microsoft.com/office/drawing/2014/main" id="{FBF6A2FF-7442-EFA7-B751-EB65CD1CB93F}"/>
              </a:ext>
            </a:extLst>
          </p:cNvPr>
          <p:cNvSpPr/>
          <p:nvPr/>
        </p:nvSpPr>
        <p:spPr>
          <a:xfrm>
            <a:off x="6967728" y="5013539"/>
            <a:ext cx="96801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2" name="Shape 44">
            <a:extLst>
              <a:ext uri="{FF2B5EF4-FFF2-40B4-BE49-F238E27FC236}">
                <a16:creationId xmlns:a16="http://schemas.microsoft.com/office/drawing/2014/main" id="{ADB5F638-91E3-CD1E-8096-D144EAE5BD7B}"/>
              </a:ext>
            </a:extLst>
          </p:cNvPr>
          <p:cNvSpPr/>
          <p:nvPr/>
        </p:nvSpPr>
        <p:spPr>
          <a:xfrm>
            <a:off x="73152" y="5308765"/>
            <a:ext cx="12088368" cy="265176"/>
          </a:xfrm>
          <a:prstGeom prst="rect">
            <a:avLst/>
          </a:prstGeom>
          <a:solidFill>
            <a:srgbClr val="FFFBEB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4" name="Shape 45">
            <a:extLst>
              <a:ext uri="{FF2B5EF4-FFF2-40B4-BE49-F238E27FC236}">
                <a16:creationId xmlns:a16="http://schemas.microsoft.com/office/drawing/2014/main" id="{70A74915-F94B-ACFA-E171-F328DAE51D29}"/>
              </a:ext>
            </a:extLst>
          </p:cNvPr>
          <p:cNvSpPr/>
          <p:nvPr/>
        </p:nvSpPr>
        <p:spPr>
          <a:xfrm>
            <a:off x="73152" y="5308765"/>
            <a:ext cx="12088368" cy="265176"/>
          </a:xfrm>
          <a:prstGeom prst="rect">
            <a:avLst/>
          </a:prstGeom>
          <a:solidFill>
            <a:srgbClr val="FEF3C7">
              <a:alpha val="80000"/>
            </a:srgbClr>
          </a:solidFill>
          <a:ln w="508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6" name="Text 46">
            <a:extLst>
              <a:ext uri="{FF2B5EF4-FFF2-40B4-BE49-F238E27FC236}">
                <a16:creationId xmlns:a16="http://schemas.microsoft.com/office/drawing/2014/main" id="{479BDF6B-E4E2-BA90-CBCB-6BD2C2CED571}"/>
              </a:ext>
            </a:extLst>
          </p:cNvPr>
          <p:cNvSpPr/>
          <p:nvPr/>
        </p:nvSpPr>
        <p:spPr>
          <a:xfrm>
            <a:off x="91440" y="5308765"/>
            <a:ext cx="141660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59E0B"/>
                </a:solidFill>
              </a:rPr>
              <a:t>❄ FREEZING</a:t>
            </a:r>
            <a:endParaRPr lang="en-US" sz="700"/>
          </a:p>
        </p:txBody>
      </p:sp>
      <p:sp>
        <p:nvSpPr>
          <p:cNvPr id="558" name="Text 47">
            <a:extLst>
              <a:ext uri="{FF2B5EF4-FFF2-40B4-BE49-F238E27FC236}">
                <a16:creationId xmlns:a16="http://schemas.microsoft.com/office/drawing/2014/main" id="{4EAC517A-4D29-F368-16C0-567867769FF4}"/>
              </a:ext>
            </a:extLst>
          </p:cNvPr>
          <p:cNvSpPr/>
          <p:nvPr/>
        </p:nvSpPr>
        <p:spPr>
          <a:xfrm>
            <a:off x="2670048" y="5308765"/>
            <a:ext cx="21249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>
                <a:solidFill>
                  <a:srgbClr val="F59E0B"/>
                </a:solidFill>
              </a:rPr>
              <a:t>31/08 – 04/09</a:t>
            </a:r>
            <a:endParaRPr lang="en-US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err="1">
                <a:solidFill>
                  <a:srgbClr val="FFFFFF"/>
                </a:solidFill>
              </a:rPr>
              <a:t>Calendário</a:t>
            </a:r>
            <a:r>
              <a:rPr lang="en-US" sz="2000" b="1">
                <a:solidFill>
                  <a:srgbClr val="FFFFFF"/>
                </a:solidFill>
              </a:rPr>
              <a:t xml:space="preserve"> de Sprints 2026 — </a:t>
            </a:r>
            <a:r>
              <a:rPr lang="en-US" sz="2000" b="1" err="1">
                <a:solidFill>
                  <a:srgbClr val="FFFFFF"/>
                </a:solidFill>
              </a:rPr>
              <a:t>continuação</a:t>
            </a:r>
            <a:r>
              <a:rPr lang="en-US" sz="2000" b="1">
                <a:solidFill>
                  <a:srgbClr val="FFFFFF"/>
                </a:solidFill>
              </a:rPr>
              <a:t xml:space="preserve"> 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10607040" y="91440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607040" y="91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FAMILHÃO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3152" y="749808"/>
            <a:ext cx="12088368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49824" y="749808"/>
            <a:ext cx="1038844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254496" y="749808"/>
            <a:ext cx="920794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967728" y="749808"/>
            <a:ext cx="968014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" y="749808"/>
            <a:ext cx="5666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Sprint</a:t>
            </a:r>
            <a:endParaRPr lang="en-US" sz="700"/>
          </a:p>
        </p:txBody>
      </p:sp>
      <p:sp>
        <p:nvSpPr>
          <p:cNvPr id="11" name="Text 9"/>
          <p:cNvSpPr/>
          <p:nvPr/>
        </p:nvSpPr>
        <p:spPr>
          <a:xfrm>
            <a:off x="566927" y="749808"/>
            <a:ext cx="7555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Kickoff</a:t>
            </a:r>
            <a:endParaRPr lang="en-US" sz="700"/>
          </a:p>
        </p:txBody>
      </p:sp>
      <p:sp>
        <p:nvSpPr>
          <p:cNvPr id="12" name="Text 10"/>
          <p:cNvSpPr/>
          <p:nvPr/>
        </p:nvSpPr>
        <p:spPr>
          <a:xfrm>
            <a:off x="1188720" y="749808"/>
            <a:ext cx="9207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Refin. Neg.</a:t>
            </a:r>
            <a:endParaRPr lang="en-US" sz="700"/>
          </a:p>
        </p:txBody>
      </p:sp>
      <p:sp>
        <p:nvSpPr>
          <p:cNvPr id="13" name="Text 11"/>
          <p:cNvSpPr/>
          <p:nvPr/>
        </p:nvSpPr>
        <p:spPr>
          <a:xfrm>
            <a:off x="1938528" y="749808"/>
            <a:ext cx="9207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 xml:space="preserve">Refin. </a:t>
            </a:r>
            <a:r>
              <a:rPr lang="en-US" sz="700" b="1" err="1">
                <a:solidFill>
                  <a:srgbClr val="FFFFFF"/>
                </a:solidFill>
              </a:rPr>
              <a:t>Téc</a:t>
            </a:r>
            <a:r>
              <a:rPr lang="en-US" sz="700" b="1">
                <a:solidFill>
                  <a:srgbClr val="FFFFFF"/>
                </a:solidFill>
              </a:rPr>
              <a:t>.</a:t>
            </a:r>
            <a:endParaRPr lang="en-US" sz="700"/>
          </a:p>
        </p:txBody>
      </p:sp>
      <p:sp>
        <p:nvSpPr>
          <p:cNvPr id="14" name="Text 12"/>
          <p:cNvSpPr/>
          <p:nvPr/>
        </p:nvSpPr>
        <p:spPr>
          <a:xfrm>
            <a:off x="2688335" y="749808"/>
            <a:ext cx="13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err="1">
                <a:solidFill>
                  <a:srgbClr val="FFFFFF"/>
                </a:solidFill>
              </a:rPr>
              <a:t>Período</a:t>
            </a:r>
            <a:r>
              <a:rPr lang="en-US" sz="700" b="1">
                <a:solidFill>
                  <a:srgbClr val="FFFFFF"/>
                </a:solidFill>
              </a:rPr>
              <a:t xml:space="preserve"> Sprint</a:t>
            </a:r>
            <a:endParaRPr lang="en-US" sz="700"/>
          </a:p>
        </p:txBody>
      </p:sp>
      <p:sp>
        <p:nvSpPr>
          <p:cNvPr id="15" name="Text 13"/>
          <p:cNvSpPr/>
          <p:nvPr/>
        </p:nvSpPr>
        <p:spPr>
          <a:xfrm>
            <a:off x="3767327" y="749808"/>
            <a:ext cx="6846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err="1">
                <a:solidFill>
                  <a:srgbClr val="FFFFFF"/>
                </a:solidFill>
              </a:rPr>
              <a:t>Planej</a:t>
            </a:r>
            <a:r>
              <a:rPr lang="en-US" sz="700" b="1">
                <a:solidFill>
                  <a:srgbClr val="FFFFFF"/>
                </a:solidFill>
              </a:rPr>
              <a:t>.</a:t>
            </a:r>
            <a:endParaRPr lang="en-US" sz="700"/>
          </a:p>
        </p:txBody>
      </p:sp>
      <p:sp>
        <p:nvSpPr>
          <p:cNvPr id="16" name="Text 14"/>
          <p:cNvSpPr/>
          <p:nvPr/>
        </p:nvSpPr>
        <p:spPr>
          <a:xfrm>
            <a:off x="4334255" y="749808"/>
            <a:ext cx="6846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err="1">
                <a:solidFill>
                  <a:srgbClr val="FFFFFF"/>
                </a:solidFill>
              </a:rPr>
              <a:t>Comitê</a:t>
            </a:r>
            <a:endParaRPr lang="en-US" sz="700" err="1"/>
          </a:p>
        </p:txBody>
      </p:sp>
      <p:sp>
        <p:nvSpPr>
          <p:cNvPr id="17" name="Text 15"/>
          <p:cNvSpPr/>
          <p:nvPr/>
        </p:nvSpPr>
        <p:spPr>
          <a:xfrm>
            <a:off x="4901183" y="749808"/>
            <a:ext cx="6846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Deploy</a:t>
            </a:r>
            <a:endParaRPr lang="en-US" sz="700"/>
          </a:p>
        </p:txBody>
      </p:sp>
      <p:sp>
        <p:nvSpPr>
          <p:cNvPr id="18" name="Text 16"/>
          <p:cNvSpPr/>
          <p:nvPr/>
        </p:nvSpPr>
        <p:spPr>
          <a:xfrm>
            <a:off x="5468112" y="749808"/>
            <a:ext cx="991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7DD3FC"/>
                </a:solidFill>
              </a:rPr>
              <a:t xml:space="preserve">Teste </a:t>
            </a:r>
            <a:r>
              <a:rPr lang="en-US" sz="700" b="1" err="1">
                <a:solidFill>
                  <a:srgbClr val="7DD3FC"/>
                </a:solidFill>
              </a:rPr>
              <a:t>em</a:t>
            </a:r>
            <a:r>
              <a:rPr lang="en-US" sz="700" b="1">
                <a:solidFill>
                  <a:srgbClr val="7DD3FC"/>
                </a:solidFill>
              </a:rPr>
              <a:t xml:space="preserve"> Prod</a:t>
            </a:r>
            <a:endParaRPr lang="en-US" sz="700"/>
          </a:p>
        </p:txBody>
      </p:sp>
      <p:sp>
        <p:nvSpPr>
          <p:cNvPr id="19" name="Text 17"/>
          <p:cNvSpPr/>
          <p:nvPr/>
        </p:nvSpPr>
        <p:spPr>
          <a:xfrm>
            <a:off x="6272783" y="749808"/>
            <a:ext cx="873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err="1">
                <a:solidFill>
                  <a:srgbClr val="7DD3FC"/>
                </a:solidFill>
              </a:rPr>
              <a:t>Implantação</a:t>
            </a:r>
            <a:endParaRPr lang="en-US" sz="700" err="1"/>
          </a:p>
        </p:txBody>
      </p:sp>
      <p:sp>
        <p:nvSpPr>
          <p:cNvPr id="20" name="Text 18"/>
          <p:cNvSpPr/>
          <p:nvPr/>
        </p:nvSpPr>
        <p:spPr>
          <a:xfrm>
            <a:off x="6986016" y="749808"/>
            <a:ext cx="9207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7DD3FC"/>
                </a:solidFill>
              </a:rPr>
              <a:t xml:space="preserve">Data </a:t>
            </a:r>
            <a:r>
              <a:rPr lang="en-US" sz="700" b="1" err="1">
                <a:solidFill>
                  <a:srgbClr val="7DD3FC"/>
                </a:solidFill>
              </a:rPr>
              <a:t>Comercial</a:t>
            </a:r>
            <a:endParaRPr lang="en-US" sz="700" err="1"/>
          </a:p>
        </p:txBody>
      </p:sp>
      <p:sp>
        <p:nvSpPr>
          <p:cNvPr id="21" name="Text 19"/>
          <p:cNvSpPr/>
          <p:nvPr/>
        </p:nvSpPr>
        <p:spPr>
          <a:xfrm>
            <a:off x="7735823" y="749808"/>
            <a:ext cx="21721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err="1">
                <a:solidFill>
                  <a:srgbClr val="FFFFFF"/>
                </a:solidFill>
              </a:rPr>
              <a:t>Projeto</a:t>
            </a:r>
            <a:endParaRPr lang="en-US" sz="700" err="1"/>
          </a:p>
        </p:txBody>
      </p:sp>
      <p:sp>
        <p:nvSpPr>
          <p:cNvPr id="23" name="Shape 32">
            <a:extLst>
              <a:ext uri="{FF2B5EF4-FFF2-40B4-BE49-F238E27FC236}">
                <a16:creationId xmlns:a16="http://schemas.microsoft.com/office/drawing/2014/main" id="{A209FCE1-F774-B503-6345-F63B234BECE3}"/>
              </a:ext>
            </a:extLst>
          </p:cNvPr>
          <p:cNvSpPr/>
          <p:nvPr/>
        </p:nvSpPr>
        <p:spPr>
          <a:xfrm>
            <a:off x="73152" y="1307593"/>
            <a:ext cx="12088368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33">
            <a:extLst>
              <a:ext uri="{FF2B5EF4-FFF2-40B4-BE49-F238E27FC236}">
                <a16:creationId xmlns:a16="http://schemas.microsoft.com/office/drawing/2014/main" id="{7D89ED2D-CC48-8F87-BB6D-B03C4E097377}"/>
              </a:ext>
            </a:extLst>
          </p:cNvPr>
          <p:cNvSpPr/>
          <p:nvPr/>
        </p:nvSpPr>
        <p:spPr>
          <a:xfrm>
            <a:off x="100584" y="1307593"/>
            <a:ext cx="5430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S30</a:t>
            </a:r>
            <a:endParaRPr lang="en-US" sz="800"/>
          </a:p>
        </p:txBody>
      </p:sp>
      <p:sp>
        <p:nvSpPr>
          <p:cNvPr id="27" name="Text 34">
            <a:extLst>
              <a:ext uri="{FF2B5EF4-FFF2-40B4-BE49-F238E27FC236}">
                <a16:creationId xmlns:a16="http://schemas.microsoft.com/office/drawing/2014/main" id="{21D45AD9-CA84-82CA-1B0B-F6474C865997}"/>
              </a:ext>
            </a:extLst>
          </p:cNvPr>
          <p:cNvSpPr/>
          <p:nvPr/>
        </p:nvSpPr>
        <p:spPr>
          <a:xfrm>
            <a:off x="576071" y="1307593"/>
            <a:ext cx="73191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26/08</a:t>
            </a:r>
            <a:endParaRPr lang="en-US" sz="800"/>
          </a:p>
        </p:txBody>
      </p:sp>
      <p:sp>
        <p:nvSpPr>
          <p:cNvPr id="29" name="Text 35">
            <a:extLst>
              <a:ext uri="{FF2B5EF4-FFF2-40B4-BE49-F238E27FC236}">
                <a16:creationId xmlns:a16="http://schemas.microsoft.com/office/drawing/2014/main" id="{F40BCF44-1164-C3C1-DBA8-6D9EC901B96A}"/>
              </a:ext>
            </a:extLst>
          </p:cNvPr>
          <p:cNvSpPr/>
          <p:nvPr/>
        </p:nvSpPr>
        <p:spPr>
          <a:xfrm>
            <a:off x="1188339" y="1307593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11/08 – 17/08 (S31)</a:t>
            </a:r>
            <a:endParaRPr lang="en-US" sz="800"/>
          </a:p>
        </p:txBody>
      </p:sp>
      <p:sp>
        <p:nvSpPr>
          <p:cNvPr id="31" name="Text 36">
            <a:extLst>
              <a:ext uri="{FF2B5EF4-FFF2-40B4-BE49-F238E27FC236}">
                <a16:creationId xmlns:a16="http://schemas.microsoft.com/office/drawing/2014/main" id="{F0CC435F-868B-550A-1FE0-A1CBD481FEA4}"/>
              </a:ext>
            </a:extLst>
          </p:cNvPr>
          <p:cNvSpPr/>
          <p:nvPr/>
        </p:nvSpPr>
        <p:spPr>
          <a:xfrm>
            <a:off x="2081022" y="1307593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18/08 – 24/08 (S31)</a:t>
            </a:r>
            <a:endParaRPr lang="en-US" sz="800"/>
          </a:p>
        </p:txBody>
      </p:sp>
      <p:sp>
        <p:nvSpPr>
          <p:cNvPr id="33" name="Text 37">
            <a:extLst>
              <a:ext uri="{FF2B5EF4-FFF2-40B4-BE49-F238E27FC236}">
                <a16:creationId xmlns:a16="http://schemas.microsoft.com/office/drawing/2014/main" id="{A9927EF8-D359-C569-21EF-E67DB0572671}"/>
              </a:ext>
            </a:extLst>
          </p:cNvPr>
          <p:cNvSpPr/>
          <p:nvPr/>
        </p:nvSpPr>
        <p:spPr>
          <a:xfrm>
            <a:off x="2697479" y="1307593"/>
            <a:ext cx="1322165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25/08 – 07/09</a:t>
            </a:r>
            <a:endParaRPr lang="en-US" sz="800"/>
          </a:p>
        </p:txBody>
      </p:sp>
      <p:sp>
        <p:nvSpPr>
          <p:cNvPr id="35" name="Text 38">
            <a:extLst>
              <a:ext uri="{FF2B5EF4-FFF2-40B4-BE49-F238E27FC236}">
                <a16:creationId xmlns:a16="http://schemas.microsoft.com/office/drawing/2014/main" id="{A0BAD1D0-0413-E239-B5E7-6452F799AB3A}"/>
              </a:ext>
            </a:extLst>
          </p:cNvPr>
          <p:cNvSpPr/>
          <p:nvPr/>
        </p:nvSpPr>
        <p:spPr>
          <a:xfrm>
            <a:off x="3776471" y="1307593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08/09</a:t>
            </a:r>
            <a:endParaRPr lang="en-US" sz="800"/>
          </a:p>
        </p:txBody>
      </p:sp>
      <p:sp>
        <p:nvSpPr>
          <p:cNvPr id="37" name="Text 39">
            <a:extLst>
              <a:ext uri="{FF2B5EF4-FFF2-40B4-BE49-F238E27FC236}">
                <a16:creationId xmlns:a16="http://schemas.microsoft.com/office/drawing/2014/main" id="{DAD9EADD-108B-045B-4B95-7E2E5E8E974B}"/>
              </a:ext>
            </a:extLst>
          </p:cNvPr>
          <p:cNvSpPr/>
          <p:nvPr/>
        </p:nvSpPr>
        <p:spPr>
          <a:xfrm>
            <a:off x="4343399" y="1307593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10/09</a:t>
            </a:r>
            <a:endParaRPr lang="en-US" sz="800"/>
          </a:p>
        </p:txBody>
      </p:sp>
      <p:sp>
        <p:nvSpPr>
          <p:cNvPr id="39" name="Text 40">
            <a:extLst>
              <a:ext uri="{FF2B5EF4-FFF2-40B4-BE49-F238E27FC236}">
                <a16:creationId xmlns:a16="http://schemas.microsoft.com/office/drawing/2014/main" id="{29D004E4-6714-13D0-CC62-CA3DCF0857D9}"/>
              </a:ext>
            </a:extLst>
          </p:cNvPr>
          <p:cNvSpPr/>
          <p:nvPr/>
        </p:nvSpPr>
        <p:spPr>
          <a:xfrm>
            <a:off x="4910327" y="1307593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14/09</a:t>
            </a:r>
            <a:endParaRPr lang="en-US" sz="80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A1576558-5D9E-D6A4-88FE-A99B918677B8}"/>
              </a:ext>
            </a:extLst>
          </p:cNvPr>
          <p:cNvSpPr/>
          <p:nvPr/>
        </p:nvSpPr>
        <p:spPr>
          <a:xfrm>
            <a:off x="5449824" y="1307593"/>
            <a:ext cx="103884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B47153EE-9C2D-C12C-6DCD-76964C9EFAB9}"/>
              </a:ext>
            </a:extLst>
          </p:cNvPr>
          <p:cNvSpPr/>
          <p:nvPr/>
        </p:nvSpPr>
        <p:spPr>
          <a:xfrm>
            <a:off x="6254496" y="1307593"/>
            <a:ext cx="92079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14BC771-3A51-522D-BFE8-2B22B64313CF}"/>
              </a:ext>
            </a:extLst>
          </p:cNvPr>
          <p:cNvSpPr/>
          <p:nvPr/>
        </p:nvSpPr>
        <p:spPr>
          <a:xfrm>
            <a:off x="6967728" y="1307593"/>
            <a:ext cx="96801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8">
            <a:extLst>
              <a:ext uri="{FF2B5EF4-FFF2-40B4-BE49-F238E27FC236}">
                <a16:creationId xmlns:a16="http://schemas.microsoft.com/office/drawing/2014/main" id="{7BF7EDC0-FBE1-F1A9-FC59-33E69F9B6C11}"/>
              </a:ext>
            </a:extLst>
          </p:cNvPr>
          <p:cNvSpPr/>
          <p:nvPr/>
        </p:nvSpPr>
        <p:spPr>
          <a:xfrm>
            <a:off x="73152" y="1594100"/>
            <a:ext cx="12088368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9">
            <a:extLst>
              <a:ext uri="{FF2B5EF4-FFF2-40B4-BE49-F238E27FC236}">
                <a16:creationId xmlns:a16="http://schemas.microsoft.com/office/drawing/2014/main" id="{2F641802-1B98-36CD-8FD8-B83E6D4C15D2}"/>
              </a:ext>
            </a:extLst>
          </p:cNvPr>
          <p:cNvSpPr/>
          <p:nvPr/>
        </p:nvSpPr>
        <p:spPr>
          <a:xfrm>
            <a:off x="100584" y="1594100"/>
            <a:ext cx="5430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S31</a:t>
            </a:r>
            <a:endParaRPr lang="en-US" sz="800"/>
          </a:p>
        </p:txBody>
      </p:sp>
      <p:sp>
        <p:nvSpPr>
          <p:cNvPr id="51" name="Text 50">
            <a:extLst>
              <a:ext uri="{FF2B5EF4-FFF2-40B4-BE49-F238E27FC236}">
                <a16:creationId xmlns:a16="http://schemas.microsoft.com/office/drawing/2014/main" id="{89A519F1-F82E-7F35-7AFF-AD82B1840829}"/>
              </a:ext>
            </a:extLst>
          </p:cNvPr>
          <p:cNvSpPr/>
          <p:nvPr/>
        </p:nvSpPr>
        <p:spPr>
          <a:xfrm>
            <a:off x="576071" y="1594100"/>
            <a:ext cx="73191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09/09</a:t>
            </a:r>
            <a:endParaRPr lang="en-US" sz="80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D2A86DFA-827C-3A60-5B8E-19F3DC1C7214}"/>
              </a:ext>
            </a:extLst>
          </p:cNvPr>
          <p:cNvSpPr/>
          <p:nvPr/>
        </p:nvSpPr>
        <p:spPr>
          <a:xfrm>
            <a:off x="1178814" y="1594100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25/08 – 31/08 (S32)</a:t>
            </a:r>
            <a:endParaRPr lang="en-US" sz="800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42DAA9D2-B279-6A60-6569-29C30C36D947}"/>
              </a:ext>
            </a:extLst>
          </p:cNvPr>
          <p:cNvSpPr/>
          <p:nvPr/>
        </p:nvSpPr>
        <p:spPr>
          <a:xfrm>
            <a:off x="2090547" y="1594100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01/09 – 08/09 (S32)</a:t>
            </a:r>
            <a:endParaRPr lang="en-US" sz="800"/>
          </a:p>
        </p:txBody>
      </p:sp>
      <p:sp>
        <p:nvSpPr>
          <p:cNvPr id="57" name="Text 53">
            <a:extLst>
              <a:ext uri="{FF2B5EF4-FFF2-40B4-BE49-F238E27FC236}">
                <a16:creationId xmlns:a16="http://schemas.microsoft.com/office/drawing/2014/main" id="{9DFCA6EA-C250-81BB-B0CE-74ABA0AD6243}"/>
              </a:ext>
            </a:extLst>
          </p:cNvPr>
          <p:cNvSpPr/>
          <p:nvPr/>
        </p:nvSpPr>
        <p:spPr>
          <a:xfrm>
            <a:off x="2697479" y="1594100"/>
            <a:ext cx="1322165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08/09 – 21/09</a:t>
            </a:r>
            <a:endParaRPr lang="en-US" sz="800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66297A49-C8CF-EF30-1F45-52144AFA1400}"/>
              </a:ext>
            </a:extLst>
          </p:cNvPr>
          <p:cNvSpPr/>
          <p:nvPr/>
        </p:nvSpPr>
        <p:spPr>
          <a:xfrm>
            <a:off x="3776471" y="1594100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22/09</a:t>
            </a:r>
            <a:endParaRPr lang="en-US" sz="800"/>
          </a:p>
        </p:txBody>
      </p:sp>
      <p:sp>
        <p:nvSpPr>
          <p:cNvPr id="61" name="Text 55">
            <a:extLst>
              <a:ext uri="{FF2B5EF4-FFF2-40B4-BE49-F238E27FC236}">
                <a16:creationId xmlns:a16="http://schemas.microsoft.com/office/drawing/2014/main" id="{A539798C-7D2D-65FD-B4FD-017AFB7418FF}"/>
              </a:ext>
            </a:extLst>
          </p:cNvPr>
          <p:cNvSpPr/>
          <p:nvPr/>
        </p:nvSpPr>
        <p:spPr>
          <a:xfrm>
            <a:off x="4343399" y="1594100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01/10</a:t>
            </a:r>
            <a:endParaRPr lang="en-US" sz="800"/>
          </a:p>
        </p:txBody>
      </p:sp>
      <p:sp>
        <p:nvSpPr>
          <p:cNvPr id="63" name="Text 56">
            <a:extLst>
              <a:ext uri="{FF2B5EF4-FFF2-40B4-BE49-F238E27FC236}">
                <a16:creationId xmlns:a16="http://schemas.microsoft.com/office/drawing/2014/main" id="{088B7365-135A-BC76-6741-ADFBC0F258D4}"/>
              </a:ext>
            </a:extLst>
          </p:cNvPr>
          <p:cNvSpPr/>
          <p:nvPr/>
        </p:nvSpPr>
        <p:spPr>
          <a:xfrm>
            <a:off x="4910327" y="1594100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05/10</a:t>
            </a:r>
            <a:endParaRPr lang="en-US" sz="800"/>
          </a:p>
        </p:txBody>
      </p:sp>
      <p:sp>
        <p:nvSpPr>
          <p:cNvPr id="129" name="Shape 57">
            <a:extLst>
              <a:ext uri="{FF2B5EF4-FFF2-40B4-BE49-F238E27FC236}">
                <a16:creationId xmlns:a16="http://schemas.microsoft.com/office/drawing/2014/main" id="{B572B59C-DBFF-2DE6-1A75-EF0547B702D3}"/>
              </a:ext>
            </a:extLst>
          </p:cNvPr>
          <p:cNvSpPr/>
          <p:nvPr/>
        </p:nvSpPr>
        <p:spPr>
          <a:xfrm>
            <a:off x="5449824" y="1594100"/>
            <a:ext cx="103884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1" name="Shape 58">
            <a:extLst>
              <a:ext uri="{FF2B5EF4-FFF2-40B4-BE49-F238E27FC236}">
                <a16:creationId xmlns:a16="http://schemas.microsoft.com/office/drawing/2014/main" id="{16FE8A2C-6750-24D6-A8AC-1F53A57388B2}"/>
              </a:ext>
            </a:extLst>
          </p:cNvPr>
          <p:cNvSpPr/>
          <p:nvPr/>
        </p:nvSpPr>
        <p:spPr>
          <a:xfrm>
            <a:off x="6254496" y="1594100"/>
            <a:ext cx="92079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3" name="Shape 59">
            <a:extLst>
              <a:ext uri="{FF2B5EF4-FFF2-40B4-BE49-F238E27FC236}">
                <a16:creationId xmlns:a16="http://schemas.microsoft.com/office/drawing/2014/main" id="{0E99EECB-457F-3A75-0B69-4F0DD7D35B67}"/>
              </a:ext>
            </a:extLst>
          </p:cNvPr>
          <p:cNvSpPr/>
          <p:nvPr/>
        </p:nvSpPr>
        <p:spPr>
          <a:xfrm>
            <a:off x="6967728" y="1594100"/>
            <a:ext cx="96801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5" name="Shape 60">
            <a:extLst>
              <a:ext uri="{FF2B5EF4-FFF2-40B4-BE49-F238E27FC236}">
                <a16:creationId xmlns:a16="http://schemas.microsoft.com/office/drawing/2014/main" id="{475BCEB2-8478-B4D2-58AD-3BBDC8267E55}"/>
              </a:ext>
            </a:extLst>
          </p:cNvPr>
          <p:cNvSpPr/>
          <p:nvPr/>
        </p:nvSpPr>
        <p:spPr>
          <a:xfrm>
            <a:off x="73152" y="1859276"/>
            <a:ext cx="12088368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7" name="Text 61">
            <a:extLst>
              <a:ext uri="{FF2B5EF4-FFF2-40B4-BE49-F238E27FC236}">
                <a16:creationId xmlns:a16="http://schemas.microsoft.com/office/drawing/2014/main" id="{E172276F-69F8-7FAF-9309-FC9F79D0A2A4}"/>
              </a:ext>
            </a:extLst>
          </p:cNvPr>
          <p:cNvSpPr/>
          <p:nvPr/>
        </p:nvSpPr>
        <p:spPr>
          <a:xfrm>
            <a:off x="100584" y="1859276"/>
            <a:ext cx="5430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S32</a:t>
            </a:r>
            <a:endParaRPr lang="en-US" sz="800"/>
          </a:p>
        </p:txBody>
      </p:sp>
      <p:sp>
        <p:nvSpPr>
          <p:cNvPr id="139" name="Text 62">
            <a:extLst>
              <a:ext uri="{FF2B5EF4-FFF2-40B4-BE49-F238E27FC236}">
                <a16:creationId xmlns:a16="http://schemas.microsoft.com/office/drawing/2014/main" id="{C8DFC7FD-89E9-DFE5-0CC9-D39CFB0652BE}"/>
              </a:ext>
            </a:extLst>
          </p:cNvPr>
          <p:cNvSpPr/>
          <p:nvPr/>
        </p:nvSpPr>
        <p:spPr>
          <a:xfrm>
            <a:off x="576071" y="1859276"/>
            <a:ext cx="73191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23/09</a:t>
            </a:r>
            <a:endParaRPr lang="en-US" sz="800"/>
          </a:p>
        </p:txBody>
      </p:sp>
      <p:sp>
        <p:nvSpPr>
          <p:cNvPr id="141" name="Text 63">
            <a:extLst>
              <a:ext uri="{FF2B5EF4-FFF2-40B4-BE49-F238E27FC236}">
                <a16:creationId xmlns:a16="http://schemas.microsoft.com/office/drawing/2014/main" id="{50DC0643-6540-ADC9-FB54-53BF30030ECC}"/>
              </a:ext>
            </a:extLst>
          </p:cNvPr>
          <p:cNvSpPr/>
          <p:nvPr/>
        </p:nvSpPr>
        <p:spPr>
          <a:xfrm>
            <a:off x="1169289" y="1859276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08/09 – 14/09 (S33)</a:t>
            </a:r>
            <a:endParaRPr lang="en-US" sz="800"/>
          </a:p>
        </p:txBody>
      </p:sp>
      <p:sp>
        <p:nvSpPr>
          <p:cNvPr id="143" name="Text 64">
            <a:extLst>
              <a:ext uri="{FF2B5EF4-FFF2-40B4-BE49-F238E27FC236}">
                <a16:creationId xmlns:a16="http://schemas.microsoft.com/office/drawing/2014/main" id="{564B42E1-5F1F-7BD1-2990-DEC374AD826D}"/>
              </a:ext>
            </a:extLst>
          </p:cNvPr>
          <p:cNvSpPr/>
          <p:nvPr/>
        </p:nvSpPr>
        <p:spPr>
          <a:xfrm>
            <a:off x="2100072" y="1859276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15/09 – 21/09 (S33)</a:t>
            </a:r>
            <a:endParaRPr lang="en-US" sz="800"/>
          </a:p>
        </p:txBody>
      </p:sp>
      <p:sp>
        <p:nvSpPr>
          <p:cNvPr id="145" name="Text 65">
            <a:extLst>
              <a:ext uri="{FF2B5EF4-FFF2-40B4-BE49-F238E27FC236}">
                <a16:creationId xmlns:a16="http://schemas.microsoft.com/office/drawing/2014/main" id="{1205CC07-41D6-3C00-CDD5-02A46BC7B454}"/>
              </a:ext>
            </a:extLst>
          </p:cNvPr>
          <p:cNvSpPr/>
          <p:nvPr/>
        </p:nvSpPr>
        <p:spPr>
          <a:xfrm>
            <a:off x="2697479" y="1859276"/>
            <a:ext cx="1322165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22/09 – 05/10</a:t>
            </a:r>
            <a:endParaRPr lang="en-US" sz="800"/>
          </a:p>
        </p:txBody>
      </p:sp>
      <p:sp>
        <p:nvSpPr>
          <p:cNvPr id="147" name="Text 66">
            <a:extLst>
              <a:ext uri="{FF2B5EF4-FFF2-40B4-BE49-F238E27FC236}">
                <a16:creationId xmlns:a16="http://schemas.microsoft.com/office/drawing/2014/main" id="{53E5A922-4EC7-C1FA-8AE4-E5FDBABC0534}"/>
              </a:ext>
            </a:extLst>
          </p:cNvPr>
          <p:cNvSpPr/>
          <p:nvPr/>
        </p:nvSpPr>
        <p:spPr>
          <a:xfrm>
            <a:off x="3776471" y="1859276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06/10</a:t>
            </a:r>
            <a:endParaRPr lang="en-US" sz="800"/>
          </a:p>
        </p:txBody>
      </p:sp>
      <p:sp>
        <p:nvSpPr>
          <p:cNvPr id="149" name="Text 67">
            <a:extLst>
              <a:ext uri="{FF2B5EF4-FFF2-40B4-BE49-F238E27FC236}">
                <a16:creationId xmlns:a16="http://schemas.microsoft.com/office/drawing/2014/main" id="{AD1F8518-25EF-3732-1AB7-049293EA62B6}"/>
              </a:ext>
            </a:extLst>
          </p:cNvPr>
          <p:cNvSpPr/>
          <p:nvPr/>
        </p:nvSpPr>
        <p:spPr>
          <a:xfrm>
            <a:off x="4343399" y="1859276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08/10</a:t>
            </a:r>
            <a:endParaRPr lang="en-US" sz="800"/>
          </a:p>
        </p:txBody>
      </p:sp>
      <p:sp>
        <p:nvSpPr>
          <p:cNvPr id="151" name="Text 68">
            <a:extLst>
              <a:ext uri="{FF2B5EF4-FFF2-40B4-BE49-F238E27FC236}">
                <a16:creationId xmlns:a16="http://schemas.microsoft.com/office/drawing/2014/main" id="{9B97DA27-40FF-933C-60B4-D954FFCF63BF}"/>
              </a:ext>
            </a:extLst>
          </p:cNvPr>
          <p:cNvSpPr/>
          <p:nvPr/>
        </p:nvSpPr>
        <p:spPr>
          <a:xfrm>
            <a:off x="4910327" y="1859276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12/10</a:t>
            </a:r>
            <a:endParaRPr lang="en-US" sz="800"/>
          </a:p>
        </p:txBody>
      </p:sp>
      <p:sp>
        <p:nvSpPr>
          <p:cNvPr id="153" name="Shape 69">
            <a:extLst>
              <a:ext uri="{FF2B5EF4-FFF2-40B4-BE49-F238E27FC236}">
                <a16:creationId xmlns:a16="http://schemas.microsoft.com/office/drawing/2014/main" id="{792CF54F-0F5E-01BC-B02D-00B7088BA1B7}"/>
              </a:ext>
            </a:extLst>
          </p:cNvPr>
          <p:cNvSpPr/>
          <p:nvPr/>
        </p:nvSpPr>
        <p:spPr>
          <a:xfrm>
            <a:off x="5449824" y="1859276"/>
            <a:ext cx="103884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5" name="Shape 70">
            <a:extLst>
              <a:ext uri="{FF2B5EF4-FFF2-40B4-BE49-F238E27FC236}">
                <a16:creationId xmlns:a16="http://schemas.microsoft.com/office/drawing/2014/main" id="{25EAEE1D-3093-C552-7FF0-D798A2B5F994}"/>
              </a:ext>
            </a:extLst>
          </p:cNvPr>
          <p:cNvSpPr/>
          <p:nvPr/>
        </p:nvSpPr>
        <p:spPr>
          <a:xfrm>
            <a:off x="6254496" y="1859276"/>
            <a:ext cx="92079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7" name="Shape 71">
            <a:extLst>
              <a:ext uri="{FF2B5EF4-FFF2-40B4-BE49-F238E27FC236}">
                <a16:creationId xmlns:a16="http://schemas.microsoft.com/office/drawing/2014/main" id="{D6C1F7B9-3D30-24A2-B3A4-018EC7299F91}"/>
              </a:ext>
            </a:extLst>
          </p:cNvPr>
          <p:cNvSpPr/>
          <p:nvPr/>
        </p:nvSpPr>
        <p:spPr>
          <a:xfrm>
            <a:off x="6967728" y="1859276"/>
            <a:ext cx="96801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9" name="Shape 72">
            <a:extLst>
              <a:ext uri="{FF2B5EF4-FFF2-40B4-BE49-F238E27FC236}">
                <a16:creationId xmlns:a16="http://schemas.microsoft.com/office/drawing/2014/main" id="{835835F9-3F1A-1351-76A5-98855384388F}"/>
              </a:ext>
            </a:extLst>
          </p:cNvPr>
          <p:cNvSpPr/>
          <p:nvPr/>
        </p:nvSpPr>
        <p:spPr>
          <a:xfrm>
            <a:off x="73152" y="2124452"/>
            <a:ext cx="12088368" cy="265176"/>
          </a:xfrm>
          <a:prstGeom prst="rect">
            <a:avLst/>
          </a:prstGeom>
          <a:solidFill>
            <a:srgbClr val="FFFBEB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1" name="Shape 73">
            <a:extLst>
              <a:ext uri="{FF2B5EF4-FFF2-40B4-BE49-F238E27FC236}">
                <a16:creationId xmlns:a16="http://schemas.microsoft.com/office/drawing/2014/main" id="{265BA0F8-5A54-EBD3-7F4A-85D4ACBF7D72}"/>
              </a:ext>
            </a:extLst>
          </p:cNvPr>
          <p:cNvSpPr/>
          <p:nvPr/>
        </p:nvSpPr>
        <p:spPr>
          <a:xfrm>
            <a:off x="73152" y="2124452"/>
            <a:ext cx="12088368" cy="265176"/>
          </a:xfrm>
          <a:prstGeom prst="rect">
            <a:avLst/>
          </a:prstGeom>
          <a:solidFill>
            <a:srgbClr val="FEF3C7">
              <a:alpha val="80000"/>
            </a:srgbClr>
          </a:solidFill>
          <a:ln w="508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4" name="Text 74">
            <a:extLst>
              <a:ext uri="{FF2B5EF4-FFF2-40B4-BE49-F238E27FC236}">
                <a16:creationId xmlns:a16="http://schemas.microsoft.com/office/drawing/2014/main" id="{5B5A0CFC-6AA2-70B6-E8DB-DF7B3EC4F22A}"/>
              </a:ext>
            </a:extLst>
          </p:cNvPr>
          <p:cNvSpPr/>
          <p:nvPr/>
        </p:nvSpPr>
        <p:spPr>
          <a:xfrm>
            <a:off x="91440" y="2124452"/>
            <a:ext cx="141660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59E0B"/>
                </a:solidFill>
              </a:rPr>
              <a:t>❄ FREEZING</a:t>
            </a:r>
            <a:endParaRPr lang="en-US" sz="700"/>
          </a:p>
        </p:txBody>
      </p:sp>
      <p:sp>
        <p:nvSpPr>
          <p:cNvPr id="168" name="Text 75">
            <a:extLst>
              <a:ext uri="{FF2B5EF4-FFF2-40B4-BE49-F238E27FC236}">
                <a16:creationId xmlns:a16="http://schemas.microsoft.com/office/drawing/2014/main" id="{4A2F6410-30C0-4181-B6AB-7447DABAFCFB}"/>
              </a:ext>
            </a:extLst>
          </p:cNvPr>
          <p:cNvSpPr/>
          <p:nvPr/>
        </p:nvSpPr>
        <p:spPr>
          <a:xfrm>
            <a:off x="2670048" y="2124452"/>
            <a:ext cx="21249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>
                <a:solidFill>
                  <a:srgbClr val="F59E0B"/>
                </a:solidFill>
              </a:rPr>
              <a:t>28/09 – 02/10</a:t>
            </a:r>
            <a:endParaRPr lang="en-US" sz="800"/>
          </a:p>
        </p:txBody>
      </p:sp>
      <p:sp>
        <p:nvSpPr>
          <p:cNvPr id="171" name="Shape 76">
            <a:extLst>
              <a:ext uri="{FF2B5EF4-FFF2-40B4-BE49-F238E27FC236}">
                <a16:creationId xmlns:a16="http://schemas.microsoft.com/office/drawing/2014/main" id="{82F78EFA-7011-0CD3-D0E3-47D76E9D30C6}"/>
              </a:ext>
            </a:extLst>
          </p:cNvPr>
          <p:cNvSpPr/>
          <p:nvPr/>
        </p:nvSpPr>
        <p:spPr>
          <a:xfrm>
            <a:off x="73152" y="2407044"/>
            <a:ext cx="12088368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4" name="Text 77">
            <a:extLst>
              <a:ext uri="{FF2B5EF4-FFF2-40B4-BE49-F238E27FC236}">
                <a16:creationId xmlns:a16="http://schemas.microsoft.com/office/drawing/2014/main" id="{83E1CBFF-1CA6-C03E-B5C4-FA5CC5D8B28A}"/>
              </a:ext>
            </a:extLst>
          </p:cNvPr>
          <p:cNvSpPr/>
          <p:nvPr/>
        </p:nvSpPr>
        <p:spPr>
          <a:xfrm>
            <a:off x="100584" y="2407044"/>
            <a:ext cx="5430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S33</a:t>
            </a:r>
            <a:endParaRPr lang="en-US" sz="800"/>
          </a:p>
        </p:txBody>
      </p:sp>
      <p:sp>
        <p:nvSpPr>
          <p:cNvPr id="178" name="Text 78">
            <a:extLst>
              <a:ext uri="{FF2B5EF4-FFF2-40B4-BE49-F238E27FC236}">
                <a16:creationId xmlns:a16="http://schemas.microsoft.com/office/drawing/2014/main" id="{C657496C-9592-4EDB-C1D6-836D9795A41B}"/>
              </a:ext>
            </a:extLst>
          </p:cNvPr>
          <p:cNvSpPr/>
          <p:nvPr/>
        </p:nvSpPr>
        <p:spPr>
          <a:xfrm>
            <a:off x="576071" y="2407044"/>
            <a:ext cx="73191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07/10</a:t>
            </a:r>
            <a:endParaRPr lang="en-US" sz="800"/>
          </a:p>
        </p:txBody>
      </p:sp>
      <p:sp>
        <p:nvSpPr>
          <p:cNvPr id="182" name="Text 79">
            <a:extLst>
              <a:ext uri="{FF2B5EF4-FFF2-40B4-BE49-F238E27FC236}">
                <a16:creationId xmlns:a16="http://schemas.microsoft.com/office/drawing/2014/main" id="{2A8EABDE-DB57-73F2-C79E-25E291F29416}"/>
              </a:ext>
            </a:extLst>
          </p:cNvPr>
          <p:cNvSpPr/>
          <p:nvPr/>
        </p:nvSpPr>
        <p:spPr>
          <a:xfrm>
            <a:off x="1169289" y="2407044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23/09 – 29/09 (S34)</a:t>
            </a:r>
            <a:endParaRPr lang="en-US" sz="800"/>
          </a:p>
        </p:txBody>
      </p:sp>
      <p:sp>
        <p:nvSpPr>
          <p:cNvPr id="186" name="Text 80">
            <a:extLst>
              <a:ext uri="{FF2B5EF4-FFF2-40B4-BE49-F238E27FC236}">
                <a16:creationId xmlns:a16="http://schemas.microsoft.com/office/drawing/2014/main" id="{87AC69A1-67A3-035C-3A1A-F912AED91C21}"/>
              </a:ext>
            </a:extLst>
          </p:cNvPr>
          <p:cNvSpPr/>
          <p:nvPr/>
        </p:nvSpPr>
        <p:spPr>
          <a:xfrm>
            <a:off x="2090547" y="2407044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30/09 – 06/10 (S34)</a:t>
            </a:r>
            <a:endParaRPr lang="en-US" sz="800"/>
          </a:p>
        </p:txBody>
      </p:sp>
      <p:sp>
        <p:nvSpPr>
          <p:cNvPr id="190" name="Text 81">
            <a:extLst>
              <a:ext uri="{FF2B5EF4-FFF2-40B4-BE49-F238E27FC236}">
                <a16:creationId xmlns:a16="http://schemas.microsoft.com/office/drawing/2014/main" id="{09ABE574-61EB-B4D7-76BE-D408AF7D7A18}"/>
              </a:ext>
            </a:extLst>
          </p:cNvPr>
          <p:cNvSpPr/>
          <p:nvPr/>
        </p:nvSpPr>
        <p:spPr>
          <a:xfrm>
            <a:off x="2697479" y="2407044"/>
            <a:ext cx="1322165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06/10 – 19/10</a:t>
            </a:r>
            <a:endParaRPr lang="en-US" sz="800"/>
          </a:p>
        </p:txBody>
      </p:sp>
      <p:sp>
        <p:nvSpPr>
          <p:cNvPr id="194" name="Text 82">
            <a:extLst>
              <a:ext uri="{FF2B5EF4-FFF2-40B4-BE49-F238E27FC236}">
                <a16:creationId xmlns:a16="http://schemas.microsoft.com/office/drawing/2014/main" id="{03E482CC-C16F-C7FC-998B-394903996AF3}"/>
              </a:ext>
            </a:extLst>
          </p:cNvPr>
          <p:cNvSpPr/>
          <p:nvPr/>
        </p:nvSpPr>
        <p:spPr>
          <a:xfrm>
            <a:off x="3776471" y="2407044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20/10</a:t>
            </a:r>
            <a:endParaRPr lang="en-US" sz="800"/>
          </a:p>
        </p:txBody>
      </p:sp>
      <p:sp>
        <p:nvSpPr>
          <p:cNvPr id="198" name="Text 83">
            <a:extLst>
              <a:ext uri="{FF2B5EF4-FFF2-40B4-BE49-F238E27FC236}">
                <a16:creationId xmlns:a16="http://schemas.microsoft.com/office/drawing/2014/main" id="{3102EACC-1E97-898D-40A8-80ED29867142}"/>
              </a:ext>
            </a:extLst>
          </p:cNvPr>
          <p:cNvSpPr/>
          <p:nvPr/>
        </p:nvSpPr>
        <p:spPr>
          <a:xfrm>
            <a:off x="4343399" y="2407044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29/10</a:t>
            </a:r>
            <a:endParaRPr lang="en-US" sz="800"/>
          </a:p>
        </p:txBody>
      </p:sp>
      <p:sp>
        <p:nvSpPr>
          <p:cNvPr id="202" name="Text 84">
            <a:extLst>
              <a:ext uri="{FF2B5EF4-FFF2-40B4-BE49-F238E27FC236}">
                <a16:creationId xmlns:a16="http://schemas.microsoft.com/office/drawing/2014/main" id="{B1ACD5DE-2EED-C53A-D1E8-17183579BE01}"/>
              </a:ext>
            </a:extLst>
          </p:cNvPr>
          <p:cNvSpPr/>
          <p:nvPr/>
        </p:nvSpPr>
        <p:spPr>
          <a:xfrm>
            <a:off x="4910327" y="2407044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03/11</a:t>
            </a:r>
            <a:endParaRPr lang="en-US" sz="800"/>
          </a:p>
        </p:txBody>
      </p:sp>
      <p:sp>
        <p:nvSpPr>
          <p:cNvPr id="206" name="Shape 85">
            <a:extLst>
              <a:ext uri="{FF2B5EF4-FFF2-40B4-BE49-F238E27FC236}">
                <a16:creationId xmlns:a16="http://schemas.microsoft.com/office/drawing/2014/main" id="{B237FAF0-85DE-B58C-21B0-8CD04D2C6150}"/>
              </a:ext>
            </a:extLst>
          </p:cNvPr>
          <p:cNvSpPr/>
          <p:nvPr/>
        </p:nvSpPr>
        <p:spPr>
          <a:xfrm>
            <a:off x="5449824" y="2407044"/>
            <a:ext cx="103884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0" name="Shape 86">
            <a:extLst>
              <a:ext uri="{FF2B5EF4-FFF2-40B4-BE49-F238E27FC236}">
                <a16:creationId xmlns:a16="http://schemas.microsoft.com/office/drawing/2014/main" id="{495C957D-09F7-DDE7-1A3C-AE5EDE59FF4E}"/>
              </a:ext>
            </a:extLst>
          </p:cNvPr>
          <p:cNvSpPr/>
          <p:nvPr/>
        </p:nvSpPr>
        <p:spPr>
          <a:xfrm>
            <a:off x="6254496" y="2407044"/>
            <a:ext cx="92079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4" name="Shape 87">
            <a:extLst>
              <a:ext uri="{FF2B5EF4-FFF2-40B4-BE49-F238E27FC236}">
                <a16:creationId xmlns:a16="http://schemas.microsoft.com/office/drawing/2014/main" id="{318CC659-D12D-146E-CB80-FB571DE11806}"/>
              </a:ext>
            </a:extLst>
          </p:cNvPr>
          <p:cNvSpPr/>
          <p:nvPr/>
        </p:nvSpPr>
        <p:spPr>
          <a:xfrm>
            <a:off x="6967728" y="2407044"/>
            <a:ext cx="96801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8" name="Shape 88">
            <a:extLst>
              <a:ext uri="{FF2B5EF4-FFF2-40B4-BE49-F238E27FC236}">
                <a16:creationId xmlns:a16="http://schemas.microsoft.com/office/drawing/2014/main" id="{2B8B1E6C-3542-EEB0-823E-7F88CCCD3B3D}"/>
              </a:ext>
            </a:extLst>
          </p:cNvPr>
          <p:cNvSpPr/>
          <p:nvPr/>
        </p:nvSpPr>
        <p:spPr>
          <a:xfrm>
            <a:off x="73152" y="2672220"/>
            <a:ext cx="12088368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2" name="Text 89">
            <a:extLst>
              <a:ext uri="{FF2B5EF4-FFF2-40B4-BE49-F238E27FC236}">
                <a16:creationId xmlns:a16="http://schemas.microsoft.com/office/drawing/2014/main" id="{8FD9EC12-75E1-4762-6E98-341F78846AD0}"/>
              </a:ext>
            </a:extLst>
          </p:cNvPr>
          <p:cNvSpPr/>
          <p:nvPr/>
        </p:nvSpPr>
        <p:spPr>
          <a:xfrm>
            <a:off x="100584" y="2672220"/>
            <a:ext cx="5430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S34</a:t>
            </a:r>
            <a:endParaRPr lang="en-US" sz="800"/>
          </a:p>
        </p:txBody>
      </p:sp>
      <p:sp>
        <p:nvSpPr>
          <p:cNvPr id="226" name="Text 90">
            <a:extLst>
              <a:ext uri="{FF2B5EF4-FFF2-40B4-BE49-F238E27FC236}">
                <a16:creationId xmlns:a16="http://schemas.microsoft.com/office/drawing/2014/main" id="{CE7DF97E-6888-73E4-3784-FD1E5F1F0658}"/>
              </a:ext>
            </a:extLst>
          </p:cNvPr>
          <p:cNvSpPr/>
          <p:nvPr/>
        </p:nvSpPr>
        <p:spPr>
          <a:xfrm>
            <a:off x="576071" y="2672220"/>
            <a:ext cx="73191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21/10</a:t>
            </a:r>
            <a:endParaRPr lang="en-US" sz="800"/>
          </a:p>
        </p:txBody>
      </p:sp>
      <p:sp>
        <p:nvSpPr>
          <p:cNvPr id="230" name="Text 91">
            <a:extLst>
              <a:ext uri="{FF2B5EF4-FFF2-40B4-BE49-F238E27FC236}">
                <a16:creationId xmlns:a16="http://schemas.microsoft.com/office/drawing/2014/main" id="{ECFD10B1-DEF8-2161-8F3B-338E692BDB1C}"/>
              </a:ext>
            </a:extLst>
          </p:cNvPr>
          <p:cNvSpPr/>
          <p:nvPr/>
        </p:nvSpPr>
        <p:spPr>
          <a:xfrm>
            <a:off x="1169289" y="2672220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06/10 – 13/10 (S35)</a:t>
            </a:r>
            <a:endParaRPr lang="en-US" sz="800"/>
          </a:p>
        </p:txBody>
      </p:sp>
      <p:sp>
        <p:nvSpPr>
          <p:cNvPr id="234" name="Text 92">
            <a:extLst>
              <a:ext uri="{FF2B5EF4-FFF2-40B4-BE49-F238E27FC236}">
                <a16:creationId xmlns:a16="http://schemas.microsoft.com/office/drawing/2014/main" id="{9CC5535F-ABB8-C7BD-D3C5-822D6F14460B}"/>
              </a:ext>
            </a:extLst>
          </p:cNvPr>
          <p:cNvSpPr/>
          <p:nvPr/>
        </p:nvSpPr>
        <p:spPr>
          <a:xfrm>
            <a:off x="2090547" y="2672220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14/10 – 20/10 (S35)</a:t>
            </a:r>
            <a:endParaRPr lang="en-US" sz="800"/>
          </a:p>
        </p:txBody>
      </p:sp>
      <p:sp>
        <p:nvSpPr>
          <p:cNvPr id="238" name="Text 93">
            <a:extLst>
              <a:ext uri="{FF2B5EF4-FFF2-40B4-BE49-F238E27FC236}">
                <a16:creationId xmlns:a16="http://schemas.microsoft.com/office/drawing/2014/main" id="{A253C42B-E5F7-1C2A-C490-1FD27F522FDB}"/>
              </a:ext>
            </a:extLst>
          </p:cNvPr>
          <p:cNvSpPr/>
          <p:nvPr/>
        </p:nvSpPr>
        <p:spPr>
          <a:xfrm>
            <a:off x="2697479" y="2672220"/>
            <a:ext cx="1322165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20/10 – 02/11</a:t>
            </a:r>
            <a:endParaRPr lang="en-US" sz="800"/>
          </a:p>
        </p:txBody>
      </p:sp>
      <p:sp>
        <p:nvSpPr>
          <p:cNvPr id="242" name="Text 94">
            <a:extLst>
              <a:ext uri="{FF2B5EF4-FFF2-40B4-BE49-F238E27FC236}">
                <a16:creationId xmlns:a16="http://schemas.microsoft.com/office/drawing/2014/main" id="{0D778AD7-D2CD-81A8-BC4C-A3DAC98F15F5}"/>
              </a:ext>
            </a:extLst>
          </p:cNvPr>
          <p:cNvSpPr/>
          <p:nvPr/>
        </p:nvSpPr>
        <p:spPr>
          <a:xfrm>
            <a:off x="3776471" y="2672220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03/11</a:t>
            </a:r>
            <a:endParaRPr lang="en-US" sz="800"/>
          </a:p>
        </p:txBody>
      </p:sp>
      <p:sp>
        <p:nvSpPr>
          <p:cNvPr id="246" name="Text 95">
            <a:extLst>
              <a:ext uri="{FF2B5EF4-FFF2-40B4-BE49-F238E27FC236}">
                <a16:creationId xmlns:a16="http://schemas.microsoft.com/office/drawing/2014/main" id="{A4482CD7-EFBB-BB72-28DC-0686FFA3516E}"/>
              </a:ext>
            </a:extLst>
          </p:cNvPr>
          <p:cNvSpPr/>
          <p:nvPr/>
        </p:nvSpPr>
        <p:spPr>
          <a:xfrm>
            <a:off x="4343399" y="2672220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05/11</a:t>
            </a:r>
            <a:endParaRPr lang="en-US" sz="800"/>
          </a:p>
        </p:txBody>
      </p:sp>
      <p:sp>
        <p:nvSpPr>
          <p:cNvPr id="250" name="Text 96">
            <a:extLst>
              <a:ext uri="{FF2B5EF4-FFF2-40B4-BE49-F238E27FC236}">
                <a16:creationId xmlns:a16="http://schemas.microsoft.com/office/drawing/2014/main" id="{5ACA92A7-C675-D021-E631-C1D2A49037CE}"/>
              </a:ext>
            </a:extLst>
          </p:cNvPr>
          <p:cNvSpPr/>
          <p:nvPr/>
        </p:nvSpPr>
        <p:spPr>
          <a:xfrm>
            <a:off x="4910327" y="2672220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09/11</a:t>
            </a:r>
            <a:endParaRPr lang="en-US" sz="800"/>
          </a:p>
        </p:txBody>
      </p:sp>
      <p:sp>
        <p:nvSpPr>
          <p:cNvPr id="254" name="Shape 97">
            <a:extLst>
              <a:ext uri="{FF2B5EF4-FFF2-40B4-BE49-F238E27FC236}">
                <a16:creationId xmlns:a16="http://schemas.microsoft.com/office/drawing/2014/main" id="{B12798A5-EF0D-A6AC-7DBB-9F3E9A0D5DEB}"/>
              </a:ext>
            </a:extLst>
          </p:cNvPr>
          <p:cNvSpPr/>
          <p:nvPr/>
        </p:nvSpPr>
        <p:spPr>
          <a:xfrm>
            <a:off x="5449824" y="2672220"/>
            <a:ext cx="103884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8" name="Shape 98">
            <a:extLst>
              <a:ext uri="{FF2B5EF4-FFF2-40B4-BE49-F238E27FC236}">
                <a16:creationId xmlns:a16="http://schemas.microsoft.com/office/drawing/2014/main" id="{23FB6438-C29E-A575-F1D8-F9DE11CC5768}"/>
              </a:ext>
            </a:extLst>
          </p:cNvPr>
          <p:cNvSpPr/>
          <p:nvPr/>
        </p:nvSpPr>
        <p:spPr>
          <a:xfrm>
            <a:off x="6254496" y="2672220"/>
            <a:ext cx="92079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2" name="Shape 99">
            <a:extLst>
              <a:ext uri="{FF2B5EF4-FFF2-40B4-BE49-F238E27FC236}">
                <a16:creationId xmlns:a16="http://schemas.microsoft.com/office/drawing/2014/main" id="{3612A161-C9D4-40CC-90CF-CD29FC000381}"/>
              </a:ext>
            </a:extLst>
          </p:cNvPr>
          <p:cNvSpPr/>
          <p:nvPr/>
        </p:nvSpPr>
        <p:spPr>
          <a:xfrm>
            <a:off x="6967728" y="2672220"/>
            <a:ext cx="96801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6" name="Shape 100">
            <a:extLst>
              <a:ext uri="{FF2B5EF4-FFF2-40B4-BE49-F238E27FC236}">
                <a16:creationId xmlns:a16="http://schemas.microsoft.com/office/drawing/2014/main" id="{06D8BE03-AD27-FF19-9535-F8087360623C}"/>
              </a:ext>
            </a:extLst>
          </p:cNvPr>
          <p:cNvSpPr/>
          <p:nvPr/>
        </p:nvSpPr>
        <p:spPr>
          <a:xfrm>
            <a:off x="73152" y="2937396"/>
            <a:ext cx="12088368" cy="265176"/>
          </a:xfrm>
          <a:prstGeom prst="rect">
            <a:avLst/>
          </a:prstGeom>
          <a:solidFill>
            <a:srgbClr val="FFFBEB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0" name="Shape 101">
            <a:extLst>
              <a:ext uri="{FF2B5EF4-FFF2-40B4-BE49-F238E27FC236}">
                <a16:creationId xmlns:a16="http://schemas.microsoft.com/office/drawing/2014/main" id="{FE09F9E2-BE1A-2D39-312B-63419EB37D2B}"/>
              </a:ext>
            </a:extLst>
          </p:cNvPr>
          <p:cNvSpPr/>
          <p:nvPr/>
        </p:nvSpPr>
        <p:spPr>
          <a:xfrm>
            <a:off x="73152" y="2937396"/>
            <a:ext cx="12088368" cy="265176"/>
          </a:xfrm>
          <a:prstGeom prst="rect">
            <a:avLst/>
          </a:prstGeom>
          <a:solidFill>
            <a:srgbClr val="FEF3C7">
              <a:alpha val="80000"/>
            </a:srgbClr>
          </a:solidFill>
          <a:ln w="508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4" name="Text 102">
            <a:extLst>
              <a:ext uri="{FF2B5EF4-FFF2-40B4-BE49-F238E27FC236}">
                <a16:creationId xmlns:a16="http://schemas.microsoft.com/office/drawing/2014/main" id="{6AAE9BA7-533E-55A4-4B58-87DFD9CC79D6}"/>
              </a:ext>
            </a:extLst>
          </p:cNvPr>
          <p:cNvSpPr/>
          <p:nvPr/>
        </p:nvSpPr>
        <p:spPr>
          <a:xfrm>
            <a:off x="91440" y="2937396"/>
            <a:ext cx="141660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59E0B"/>
                </a:solidFill>
              </a:rPr>
              <a:t>❄ FREEZING</a:t>
            </a:r>
            <a:endParaRPr lang="en-US" sz="700"/>
          </a:p>
        </p:txBody>
      </p:sp>
      <p:sp>
        <p:nvSpPr>
          <p:cNvPr id="278" name="Text 103">
            <a:extLst>
              <a:ext uri="{FF2B5EF4-FFF2-40B4-BE49-F238E27FC236}">
                <a16:creationId xmlns:a16="http://schemas.microsoft.com/office/drawing/2014/main" id="{F644D242-C850-9ECD-231E-89133DF616CC}"/>
              </a:ext>
            </a:extLst>
          </p:cNvPr>
          <p:cNvSpPr/>
          <p:nvPr/>
        </p:nvSpPr>
        <p:spPr>
          <a:xfrm>
            <a:off x="2670048" y="2937396"/>
            <a:ext cx="21249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>
                <a:solidFill>
                  <a:srgbClr val="F59E0B"/>
                </a:solidFill>
              </a:rPr>
              <a:t>26/10 – 31/10</a:t>
            </a:r>
            <a:endParaRPr lang="en-US" sz="800"/>
          </a:p>
        </p:txBody>
      </p:sp>
      <p:sp>
        <p:nvSpPr>
          <p:cNvPr id="282" name="Shape 104">
            <a:extLst>
              <a:ext uri="{FF2B5EF4-FFF2-40B4-BE49-F238E27FC236}">
                <a16:creationId xmlns:a16="http://schemas.microsoft.com/office/drawing/2014/main" id="{F22739D3-D80B-DF6E-A887-E46417BE626C}"/>
              </a:ext>
            </a:extLst>
          </p:cNvPr>
          <p:cNvSpPr/>
          <p:nvPr/>
        </p:nvSpPr>
        <p:spPr>
          <a:xfrm>
            <a:off x="73152" y="3228698"/>
            <a:ext cx="12088368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6" name="Text 105">
            <a:extLst>
              <a:ext uri="{FF2B5EF4-FFF2-40B4-BE49-F238E27FC236}">
                <a16:creationId xmlns:a16="http://schemas.microsoft.com/office/drawing/2014/main" id="{4F0EBD8A-C990-F8B7-8726-CC2631232437}"/>
              </a:ext>
            </a:extLst>
          </p:cNvPr>
          <p:cNvSpPr/>
          <p:nvPr/>
        </p:nvSpPr>
        <p:spPr>
          <a:xfrm>
            <a:off x="100584" y="3228698"/>
            <a:ext cx="5430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S35</a:t>
            </a:r>
            <a:endParaRPr lang="en-US" sz="800"/>
          </a:p>
        </p:txBody>
      </p:sp>
      <p:sp>
        <p:nvSpPr>
          <p:cNvPr id="290" name="Text 106">
            <a:extLst>
              <a:ext uri="{FF2B5EF4-FFF2-40B4-BE49-F238E27FC236}">
                <a16:creationId xmlns:a16="http://schemas.microsoft.com/office/drawing/2014/main" id="{36506A5F-4E89-2E32-98EF-EABF2E5FDFE0}"/>
              </a:ext>
            </a:extLst>
          </p:cNvPr>
          <p:cNvSpPr/>
          <p:nvPr/>
        </p:nvSpPr>
        <p:spPr>
          <a:xfrm>
            <a:off x="521207" y="3228698"/>
            <a:ext cx="73191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04/11</a:t>
            </a:r>
            <a:endParaRPr lang="en-US" sz="800"/>
          </a:p>
        </p:txBody>
      </p:sp>
      <p:sp>
        <p:nvSpPr>
          <p:cNvPr id="294" name="Text 107">
            <a:extLst>
              <a:ext uri="{FF2B5EF4-FFF2-40B4-BE49-F238E27FC236}">
                <a16:creationId xmlns:a16="http://schemas.microsoft.com/office/drawing/2014/main" id="{1550B6FB-0258-DE8C-7C31-6ADA5FFD8055}"/>
              </a:ext>
            </a:extLst>
          </p:cNvPr>
          <p:cNvSpPr/>
          <p:nvPr/>
        </p:nvSpPr>
        <p:spPr>
          <a:xfrm>
            <a:off x="1169289" y="3228698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20/10 – 26/11 (S36)</a:t>
            </a:r>
            <a:endParaRPr lang="en-US" sz="800"/>
          </a:p>
        </p:txBody>
      </p:sp>
      <p:sp>
        <p:nvSpPr>
          <p:cNvPr id="298" name="Text 108">
            <a:extLst>
              <a:ext uri="{FF2B5EF4-FFF2-40B4-BE49-F238E27FC236}">
                <a16:creationId xmlns:a16="http://schemas.microsoft.com/office/drawing/2014/main" id="{73F6AC67-7CD8-6172-92F1-60B72C0C3AE1}"/>
              </a:ext>
            </a:extLst>
          </p:cNvPr>
          <p:cNvSpPr/>
          <p:nvPr/>
        </p:nvSpPr>
        <p:spPr>
          <a:xfrm>
            <a:off x="2090547" y="3228698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27/11 – 03/11 (S36)</a:t>
            </a:r>
            <a:endParaRPr lang="en-US" sz="800"/>
          </a:p>
        </p:txBody>
      </p:sp>
      <p:sp>
        <p:nvSpPr>
          <p:cNvPr id="302" name="Text 109">
            <a:extLst>
              <a:ext uri="{FF2B5EF4-FFF2-40B4-BE49-F238E27FC236}">
                <a16:creationId xmlns:a16="http://schemas.microsoft.com/office/drawing/2014/main" id="{7D01F200-8465-7102-0D2D-5AA850574CAB}"/>
              </a:ext>
            </a:extLst>
          </p:cNvPr>
          <p:cNvSpPr/>
          <p:nvPr/>
        </p:nvSpPr>
        <p:spPr>
          <a:xfrm>
            <a:off x="2697479" y="3228698"/>
            <a:ext cx="1322165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03/11 – 16/11</a:t>
            </a:r>
            <a:endParaRPr lang="en-US" sz="800"/>
          </a:p>
        </p:txBody>
      </p:sp>
      <p:sp>
        <p:nvSpPr>
          <p:cNvPr id="306" name="Text 110">
            <a:extLst>
              <a:ext uri="{FF2B5EF4-FFF2-40B4-BE49-F238E27FC236}">
                <a16:creationId xmlns:a16="http://schemas.microsoft.com/office/drawing/2014/main" id="{25F7FD73-0F50-3273-7562-C518383719A3}"/>
              </a:ext>
            </a:extLst>
          </p:cNvPr>
          <p:cNvSpPr/>
          <p:nvPr/>
        </p:nvSpPr>
        <p:spPr>
          <a:xfrm>
            <a:off x="3776471" y="3228698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17/11</a:t>
            </a:r>
            <a:endParaRPr lang="en-US" sz="800"/>
          </a:p>
        </p:txBody>
      </p:sp>
      <p:sp>
        <p:nvSpPr>
          <p:cNvPr id="310" name="Text 111">
            <a:extLst>
              <a:ext uri="{FF2B5EF4-FFF2-40B4-BE49-F238E27FC236}">
                <a16:creationId xmlns:a16="http://schemas.microsoft.com/office/drawing/2014/main" id="{E53F0547-1807-2A2B-7088-D438198AD43E}"/>
              </a:ext>
            </a:extLst>
          </p:cNvPr>
          <p:cNvSpPr/>
          <p:nvPr/>
        </p:nvSpPr>
        <p:spPr>
          <a:xfrm>
            <a:off x="4343399" y="3228698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19/11</a:t>
            </a:r>
            <a:endParaRPr lang="en-US" sz="800"/>
          </a:p>
        </p:txBody>
      </p:sp>
      <p:sp>
        <p:nvSpPr>
          <p:cNvPr id="314" name="Text 112">
            <a:extLst>
              <a:ext uri="{FF2B5EF4-FFF2-40B4-BE49-F238E27FC236}">
                <a16:creationId xmlns:a16="http://schemas.microsoft.com/office/drawing/2014/main" id="{E2F17AB7-7898-B522-3709-9D22D6C00C26}"/>
              </a:ext>
            </a:extLst>
          </p:cNvPr>
          <p:cNvSpPr/>
          <p:nvPr/>
        </p:nvSpPr>
        <p:spPr>
          <a:xfrm>
            <a:off x="4910327" y="3228698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23/11</a:t>
            </a:r>
            <a:endParaRPr lang="en-US" sz="800"/>
          </a:p>
        </p:txBody>
      </p:sp>
      <p:sp>
        <p:nvSpPr>
          <p:cNvPr id="318" name="Shape 113">
            <a:extLst>
              <a:ext uri="{FF2B5EF4-FFF2-40B4-BE49-F238E27FC236}">
                <a16:creationId xmlns:a16="http://schemas.microsoft.com/office/drawing/2014/main" id="{2247CE6F-A7F8-0BD8-DA8A-D00830CBA3D4}"/>
              </a:ext>
            </a:extLst>
          </p:cNvPr>
          <p:cNvSpPr/>
          <p:nvPr/>
        </p:nvSpPr>
        <p:spPr>
          <a:xfrm>
            <a:off x="5449824" y="3228698"/>
            <a:ext cx="103884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2" name="Shape 114">
            <a:extLst>
              <a:ext uri="{FF2B5EF4-FFF2-40B4-BE49-F238E27FC236}">
                <a16:creationId xmlns:a16="http://schemas.microsoft.com/office/drawing/2014/main" id="{541D0E6B-C9B3-9384-1960-E19ADFF148D8}"/>
              </a:ext>
            </a:extLst>
          </p:cNvPr>
          <p:cNvSpPr/>
          <p:nvPr/>
        </p:nvSpPr>
        <p:spPr>
          <a:xfrm>
            <a:off x="6254496" y="3228698"/>
            <a:ext cx="92079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6" name="Shape 115">
            <a:extLst>
              <a:ext uri="{FF2B5EF4-FFF2-40B4-BE49-F238E27FC236}">
                <a16:creationId xmlns:a16="http://schemas.microsoft.com/office/drawing/2014/main" id="{20A5C0BE-2322-B007-8F0E-FE6C245057C3}"/>
              </a:ext>
            </a:extLst>
          </p:cNvPr>
          <p:cNvSpPr/>
          <p:nvPr/>
        </p:nvSpPr>
        <p:spPr>
          <a:xfrm>
            <a:off x="6967728" y="3228698"/>
            <a:ext cx="96801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0" name="Shape 116">
            <a:extLst>
              <a:ext uri="{FF2B5EF4-FFF2-40B4-BE49-F238E27FC236}">
                <a16:creationId xmlns:a16="http://schemas.microsoft.com/office/drawing/2014/main" id="{EA3ADB8F-BF2A-33C4-48F4-813005160C64}"/>
              </a:ext>
            </a:extLst>
          </p:cNvPr>
          <p:cNvSpPr/>
          <p:nvPr/>
        </p:nvSpPr>
        <p:spPr>
          <a:xfrm>
            <a:off x="73152" y="3493874"/>
            <a:ext cx="12088368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4" name="Text 117">
            <a:extLst>
              <a:ext uri="{FF2B5EF4-FFF2-40B4-BE49-F238E27FC236}">
                <a16:creationId xmlns:a16="http://schemas.microsoft.com/office/drawing/2014/main" id="{23D35974-69FD-E5CC-FE7B-9953DB114B12}"/>
              </a:ext>
            </a:extLst>
          </p:cNvPr>
          <p:cNvSpPr/>
          <p:nvPr/>
        </p:nvSpPr>
        <p:spPr>
          <a:xfrm>
            <a:off x="100584" y="3493874"/>
            <a:ext cx="5430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S36</a:t>
            </a:r>
            <a:endParaRPr lang="en-US" sz="800"/>
          </a:p>
        </p:txBody>
      </p:sp>
      <p:sp>
        <p:nvSpPr>
          <p:cNvPr id="338" name="Text 118">
            <a:extLst>
              <a:ext uri="{FF2B5EF4-FFF2-40B4-BE49-F238E27FC236}">
                <a16:creationId xmlns:a16="http://schemas.microsoft.com/office/drawing/2014/main" id="{C25210D5-6CE1-45F3-310F-D858C62AD534}"/>
              </a:ext>
            </a:extLst>
          </p:cNvPr>
          <p:cNvSpPr/>
          <p:nvPr/>
        </p:nvSpPr>
        <p:spPr>
          <a:xfrm>
            <a:off x="493775" y="3493874"/>
            <a:ext cx="73191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23/11</a:t>
            </a:r>
            <a:endParaRPr lang="en-US" sz="800"/>
          </a:p>
        </p:txBody>
      </p:sp>
      <p:sp>
        <p:nvSpPr>
          <p:cNvPr id="342" name="Text 119">
            <a:extLst>
              <a:ext uri="{FF2B5EF4-FFF2-40B4-BE49-F238E27FC236}">
                <a16:creationId xmlns:a16="http://schemas.microsoft.com/office/drawing/2014/main" id="{D6229A5E-B151-A4EE-94E8-749667379126}"/>
              </a:ext>
            </a:extLst>
          </p:cNvPr>
          <p:cNvSpPr/>
          <p:nvPr/>
        </p:nvSpPr>
        <p:spPr>
          <a:xfrm>
            <a:off x="1169289" y="3493874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03/11 – 09/11 (S37)</a:t>
            </a:r>
            <a:endParaRPr lang="en-US" sz="800"/>
          </a:p>
        </p:txBody>
      </p:sp>
      <p:sp>
        <p:nvSpPr>
          <p:cNvPr id="346" name="Text 120">
            <a:extLst>
              <a:ext uri="{FF2B5EF4-FFF2-40B4-BE49-F238E27FC236}">
                <a16:creationId xmlns:a16="http://schemas.microsoft.com/office/drawing/2014/main" id="{2A0FDEA7-2A3F-1737-59DE-50623611A1E8}"/>
              </a:ext>
            </a:extLst>
          </p:cNvPr>
          <p:cNvSpPr/>
          <p:nvPr/>
        </p:nvSpPr>
        <p:spPr>
          <a:xfrm>
            <a:off x="2090547" y="3493874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10/11 – 16/11 (S37)</a:t>
            </a:r>
            <a:endParaRPr lang="en-US" sz="800"/>
          </a:p>
        </p:txBody>
      </p:sp>
      <p:sp>
        <p:nvSpPr>
          <p:cNvPr id="350" name="Text 121">
            <a:extLst>
              <a:ext uri="{FF2B5EF4-FFF2-40B4-BE49-F238E27FC236}">
                <a16:creationId xmlns:a16="http://schemas.microsoft.com/office/drawing/2014/main" id="{CE7BAEF7-1951-EFAB-E536-AE636491A18D}"/>
              </a:ext>
            </a:extLst>
          </p:cNvPr>
          <p:cNvSpPr/>
          <p:nvPr/>
        </p:nvSpPr>
        <p:spPr>
          <a:xfrm>
            <a:off x="2697479" y="3493874"/>
            <a:ext cx="1322165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17/11 – 30/11</a:t>
            </a:r>
            <a:endParaRPr lang="en-US" sz="800"/>
          </a:p>
        </p:txBody>
      </p:sp>
      <p:sp>
        <p:nvSpPr>
          <p:cNvPr id="354" name="Text 122">
            <a:extLst>
              <a:ext uri="{FF2B5EF4-FFF2-40B4-BE49-F238E27FC236}">
                <a16:creationId xmlns:a16="http://schemas.microsoft.com/office/drawing/2014/main" id="{5C842354-EB2E-ED96-3764-58B2E3E245CC}"/>
              </a:ext>
            </a:extLst>
          </p:cNvPr>
          <p:cNvSpPr/>
          <p:nvPr/>
        </p:nvSpPr>
        <p:spPr>
          <a:xfrm>
            <a:off x="3776471" y="3493874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01/12</a:t>
            </a:r>
            <a:endParaRPr lang="en-US" sz="800"/>
          </a:p>
        </p:txBody>
      </p:sp>
      <p:sp>
        <p:nvSpPr>
          <p:cNvPr id="358" name="Text 123">
            <a:extLst>
              <a:ext uri="{FF2B5EF4-FFF2-40B4-BE49-F238E27FC236}">
                <a16:creationId xmlns:a16="http://schemas.microsoft.com/office/drawing/2014/main" id="{07930554-D7EE-1100-B488-EFA865171875}"/>
              </a:ext>
            </a:extLst>
          </p:cNvPr>
          <p:cNvSpPr/>
          <p:nvPr/>
        </p:nvSpPr>
        <p:spPr>
          <a:xfrm>
            <a:off x="4343399" y="3493874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03/12</a:t>
            </a:r>
            <a:endParaRPr lang="en-US" sz="800"/>
          </a:p>
        </p:txBody>
      </p:sp>
      <p:sp>
        <p:nvSpPr>
          <p:cNvPr id="362" name="Text 124">
            <a:extLst>
              <a:ext uri="{FF2B5EF4-FFF2-40B4-BE49-F238E27FC236}">
                <a16:creationId xmlns:a16="http://schemas.microsoft.com/office/drawing/2014/main" id="{0DF521E6-5D75-DC59-5058-BA0933B72A0E}"/>
              </a:ext>
            </a:extLst>
          </p:cNvPr>
          <p:cNvSpPr/>
          <p:nvPr/>
        </p:nvSpPr>
        <p:spPr>
          <a:xfrm>
            <a:off x="4910327" y="3493874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07/12</a:t>
            </a:r>
            <a:endParaRPr lang="en-US" sz="800"/>
          </a:p>
        </p:txBody>
      </p:sp>
      <p:sp>
        <p:nvSpPr>
          <p:cNvPr id="366" name="Shape 125">
            <a:extLst>
              <a:ext uri="{FF2B5EF4-FFF2-40B4-BE49-F238E27FC236}">
                <a16:creationId xmlns:a16="http://schemas.microsoft.com/office/drawing/2014/main" id="{5E518568-C9F6-53C5-50AA-330098400673}"/>
              </a:ext>
            </a:extLst>
          </p:cNvPr>
          <p:cNvSpPr/>
          <p:nvPr/>
        </p:nvSpPr>
        <p:spPr>
          <a:xfrm>
            <a:off x="5449824" y="3493874"/>
            <a:ext cx="103884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0" name="Shape 126">
            <a:extLst>
              <a:ext uri="{FF2B5EF4-FFF2-40B4-BE49-F238E27FC236}">
                <a16:creationId xmlns:a16="http://schemas.microsoft.com/office/drawing/2014/main" id="{01DCBEEE-B4CE-074A-214F-BF0EAF8090E3}"/>
              </a:ext>
            </a:extLst>
          </p:cNvPr>
          <p:cNvSpPr/>
          <p:nvPr/>
        </p:nvSpPr>
        <p:spPr>
          <a:xfrm>
            <a:off x="6254496" y="3493874"/>
            <a:ext cx="92079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4" name="Shape 127">
            <a:extLst>
              <a:ext uri="{FF2B5EF4-FFF2-40B4-BE49-F238E27FC236}">
                <a16:creationId xmlns:a16="http://schemas.microsoft.com/office/drawing/2014/main" id="{1F62639B-3690-9D4D-4B70-FDC5132C14C0}"/>
              </a:ext>
            </a:extLst>
          </p:cNvPr>
          <p:cNvSpPr/>
          <p:nvPr/>
        </p:nvSpPr>
        <p:spPr>
          <a:xfrm>
            <a:off x="6967728" y="3493874"/>
            <a:ext cx="96801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8" name="Shape 128">
            <a:extLst>
              <a:ext uri="{FF2B5EF4-FFF2-40B4-BE49-F238E27FC236}">
                <a16:creationId xmlns:a16="http://schemas.microsoft.com/office/drawing/2014/main" id="{402512BD-A172-701F-554A-19482AB4BEDC}"/>
              </a:ext>
            </a:extLst>
          </p:cNvPr>
          <p:cNvSpPr/>
          <p:nvPr/>
        </p:nvSpPr>
        <p:spPr>
          <a:xfrm>
            <a:off x="73152" y="3759050"/>
            <a:ext cx="12088368" cy="265176"/>
          </a:xfrm>
          <a:prstGeom prst="rect">
            <a:avLst/>
          </a:prstGeom>
          <a:solidFill>
            <a:srgbClr val="FFFBEB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2" name="Shape 129">
            <a:extLst>
              <a:ext uri="{FF2B5EF4-FFF2-40B4-BE49-F238E27FC236}">
                <a16:creationId xmlns:a16="http://schemas.microsoft.com/office/drawing/2014/main" id="{E96F0BE5-6B28-9F45-72F4-D042355EBE15}"/>
              </a:ext>
            </a:extLst>
          </p:cNvPr>
          <p:cNvSpPr/>
          <p:nvPr/>
        </p:nvSpPr>
        <p:spPr>
          <a:xfrm>
            <a:off x="73152" y="3759050"/>
            <a:ext cx="12088368" cy="265176"/>
          </a:xfrm>
          <a:prstGeom prst="rect">
            <a:avLst/>
          </a:prstGeom>
          <a:solidFill>
            <a:srgbClr val="FEF3C7">
              <a:alpha val="80000"/>
            </a:srgbClr>
          </a:solidFill>
          <a:ln w="508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6" name="Text 130">
            <a:extLst>
              <a:ext uri="{FF2B5EF4-FFF2-40B4-BE49-F238E27FC236}">
                <a16:creationId xmlns:a16="http://schemas.microsoft.com/office/drawing/2014/main" id="{6C29B0AD-C824-2730-D5C4-F1E0B97545D3}"/>
              </a:ext>
            </a:extLst>
          </p:cNvPr>
          <p:cNvSpPr/>
          <p:nvPr/>
        </p:nvSpPr>
        <p:spPr>
          <a:xfrm>
            <a:off x="91440" y="3759050"/>
            <a:ext cx="141660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59E0B"/>
                </a:solidFill>
              </a:rPr>
              <a:t>❄ FREEZING</a:t>
            </a:r>
            <a:endParaRPr lang="en-US" sz="700"/>
          </a:p>
        </p:txBody>
      </p:sp>
      <p:sp>
        <p:nvSpPr>
          <p:cNvPr id="390" name="Text 131">
            <a:extLst>
              <a:ext uri="{FF2B5EF4-FFF2-40B4-BE49-F238E27FC236}">
                <a16:creationId xmlns:a16="http://schemas.microsoft.com/office/drawing/2014/main" id="{620B6C5D-27D9-0A87-9487-682225EB875B}"/>
              </a:ext>
            </a:extLst>
          </p:cNvPr>
          <p:cNvSpPr/>
          <p:nvPr/>
        </p:nvSpPr>
        <p:spPr>
          <a:xfrm>
            <a:off x="2670048" y="3759050"/>
            <a:ext cx="21249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>
                <a:solidFill>
                  <a:srgbClr val="F59E0B"/>
                </a:solidFill>
              </a:rPr>
              <a:t>30/11 – 04/12</a:t>
            </a:r>
            <a:endParaRPr lang="en-US" sz="800"/>
          </a:p>
        </p:txBody>
      </p:sp>
      <p:sp>
        <p:nvSpPr>
          <p:cNvPr id="394" name="Shape 132">
            <a:extLst>
              <a:ext uri="{FF2B5EF4-FFF2-40B4-BE49-F238E27FC236}">
                <a16:creationId xmlns:a16="http://schemas.microsoft.com/office/drawing/2014/main" id="{6971744B-ACB2-D0B7-CBE3-3396CE572287}"/>
              </a:ext>
            </a:extLst>
          </p:cNvPr>
          <p:cNvSpPr/>
          <p:nvPr/>
        </p:nvSpPr>
        <p:spPr>
          <a:xfrm>
            <a:off x="73152" y="4041643"/>
            <a:ext cx="12088368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8" name="Text 133">
            <a:extLst>
              <a:ext uri="{FF2B5EF4-FFF2-40B4-BE49-F238E27FC236}">
                <a16:creationId xmlns:a16="http://schemas.microsoft.com/office/drawing/2014/main" id="{75D40F18-30C6-00C0-3618-20B19A78E249}"/>
              </a:ext>
            </a:extLst>
          </p:cNvPr>
          <p:cNvSpPr/>
          <p:nvPr/>
        </p:nvSpPr>
        <p:spPr>
          <a:xfrm>
            <a:off x="100584" y="4041643"/>
            <a:ext cx="5430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S37</a:t>
            </a:r>
            <a:endParaRPr lang="en-US" sz="800"/>
          </a:p>
        </p:txBody>
      </p:sp>
      <p:sp>
        <p:nvSpPr>
          <p:cNvPr id="402" name="Text 134">
            <a:extLst>
              <a:ext uri="{FF2B5EF4-FFF2-40B4-BE49-F238E27FC236}">
                <a16:creationId xmlns:a16="http://schemas.microsoft.com/office/drawing/2014/main" id="{303A1A8E-CD8A-5467-EF3A-83AE84344341}"/>
              </a:ext>
            </a:extLst>
          </p:cNvPr>
          <p:cNvSpPr/>
          <p:nvPr/>
        </p:nvSpPr>
        <p:spPr>
          <a:xfrm>
            <a:off x="471565" y="4041643"/>
            <a:ext cx="73191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02/12</a:t>
            </a:r>
            <a:endParaRPr lang="en-US" sz="800"/>
          </a:p>
        </p:txBody>
      </p:sp>
      <p:sp>
        <p:nvSpPr>
          <p:cNvPr id="406" name="Text 135">
            <a:extLst>
              <a:ext uri="{FF2B5EF4-FFF2-40B4-BE49-F238E27FC236}">
                <a16:creationId xmlns:a16="http://schemas.microsoft.com/office/drawing/2014/main" id="{C451F2CB-0D85-FF98-0196-15A08C5AA26C}"/>
              </a:ext>
            </a:extLst>
          </p:cNvPr>
          <p:cNvSpPr/>
          <p:nvPr/>
        </p:nvSpPr>
        <p:spPr>
          <a:xfrm>
            <a:off x="1169289" y="4041643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10/11 – 16/11 (S38)</a:t>
            </a:r>
            <a:endParaRPr lang="en-US" sz="800"/>
          </a:p>
        </p:txBody>
      </p:sp>
      <p:sp>
        <p:nvSpPr>
          <p:cNvPr id="410" name="Text 136">
            <a:extLst>
              <a:ext uri="{FF2B5EF4-FFF2-40B4-BE49-F238E27FC236}">
                <a16:creationId xmlns:a16="http://schemas.microsoft.com/office/drawing/2014/main" id="{43603026-213F-4E00-56BD-86FA1DC5C22B}"/>
              </a:ext>
            </a:extLst>
          </p:cNvPr>
          <p:cNvSpPr/>
          <p:nvPr/>
        </p:nvSpPr>
        <p:spPr>
          <a:xfrm>
            <a:off x="2090547" y="4041643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17/11 – 24/11 (S38)</a:t>
            </a:r>
            <a:endParaRPr lang="en-US" sz="800"/>
          </a:p>
        </p:txBody>
      </p:sp>
      <p:sp>
        <p:nvSpPr>
          <p:cNvPr id="414" name="Text 137">
            <a:extLst>
              <a:ext uri="{FF2B5EF4-FFF2-40B4-BE49-F238E27FC236}">
                <a16:creationId xmlns:a16="http://schemas.microsoft.com/office/drawing/2014/main" id="{C317C674-49C8-4EDE-30AB-74000BBD0C50}"/>
              </a:ext>
            </a:extLst>
          </p:cNvPr>
          <p:cNvSpPr/>
          <p:nvPr/>
        </p:nvSpPr>
        <p:spPr>
          <a:xfrm>
            <a:off x="2697479" y="4041643"/>
            <a:ext cx="1322165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01/12 – 14/12</a:t>
            </a:r>
            <a:endParaRPr lang="en-US" sz="800"/>
          </a:p>
        </p:txBody>
      </p:sp>
      <p:sp>
        <p:nvSpPr>
          <p:cNvPr id="418" name="Text 138">
            <a:extLst>
              <a:ext uri="{FF2B5EF4-FFF2-40B4-BE49-F238E27FC236}">
                <a16:creationId xmlns:a16="http://schemas.microsoft.com/office/drawing/2014/main" id="{819E0DCF-7D74-9035-8838-4DA412057F07}"/>
              </a:ext>
            </a:extLst>
          </p:cNvPr>
          <p:cNvSpPr/>
          <p:nvPr/>
        </p:nvSpPr>
        <p:spPr>
          <a:xfrm>
            <a:off x="3776471" y="4041643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15/12</a:t>
            </a:r>
            <a:endParaRPr lang="en-US" sz="800"/>
          </a:p>
        </p:txBody>
      </p:sp>
      <p:sp>
        <p:nvSpPr>
          <p:cNvPr id="422" name="Text 139">
            <a:extLst>
              <a:ext uri="{FF2B5EF4-FFF2-40B4-BE49-F238E27FC236}">
                <a16:creationId xmlns:a16="http://schemas.microsoft.com/office/drawing/2014/main" id="{194FBC0C-CE8E-7CB3-5054-638CBA203614}"/>
              </a:ext>
            </a:extLst>
          </p:cNvPr>
          <p:cNvSpPr/>
          <p:nvPr/>
        </p:nvSpPr>
        <p:spPr>
          <a:xfrm>
            <a:off x="4343399" y="4041643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17/12</a:t>
            </a:r>
            <a:endParaRPr lang="en-US" sz="800"/>
          </a:p>
        </p:txBody>
      </p:sp>
      <p:sp>
        <p:nvSpPr>
          <p:cNvPr id="426" name="Text 140">
            <a:extLst>
              <a:ext uri="{FF2B5EF4-FFF2-40B4-BE49-F238E27FC236}">
                <a16:creationId xmlns:a16="http://schemas.microsoft.com/office/drawing/2014/main" id="{A2B7F07B-0DC8-27FF-A11A-186377B20910}"/>
              </a:ext>
            </a:extLst>
          </p:cNvPr>
          <p:cNvSpPr/>
          <p:nvPr/>
        </p:nvSpPr>
        <p:spPr>
          <a:xfrm>
            <a:off x="4910327" y="4041643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21/12</a:t>
            </a:r>
            <a:endParaRPr lang="en-US" sz="800"/>
          </a:p>
        </p:txBody>
      </p:sp>
      <p:sp>
        <p:nvSpPr>
          <p:cNvPr id="430" name="Shape 141">
            <a:extLst>
              <a:ext uri="{FF2B5EF4-FFF2-40B4-BE49-F238E27FC236}">
                <a16:creationId xmlns:a16="http://schemas.microsoft.com/office/drawing/2014/main" id="{AB585F4C-6334-916F-A905-D5B7F5912B39}"/>
              </a:ext>
            </a:extLst>
          </p:cNvPr>
          <p:cNvSpPr/>
          <p:nvPr/>
        </p:nvSpPr>
        <p:spPr>
          <a:xfrm>
            <a:off x="5449824" y="4041643"/>
            <a:ext cx="103884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4" name="Shape 142">
            <a:extLst>
              <a:ext uri="{FF2B5EF4-FFF2-40B4-BE49-F238E27FC236}">
                <a16:creationId xmlns:a16="http://schemas.microsoft.com/office/drawing/2014/main" id="{370AE54E-C027-2CEB-A7CD-DCA4ED9AC517}"/>
              </a:ext>
            </a:extLst>
          </p:cNvPr>
          <p:cNvSpPr/>
          <p:nvPr/>
        </p:nvSpPr>
        <p:spPr>
          <a:xfrm>
            <a:off x="6254496" y="4041643"/>
            <a:ext cx="92079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8" name="Shape 143">
            <a:extLst>
              <a:ext uri="{FF2B5EF4-FFF2-40B4-BE49-F238E27FC236}">
                <a16:creationId xmlns:a16="http://schemas.microsoft.com/office/drawing/2014/main" id="{F7BE4488-D722-1FEA-2115-F929F3855306}"/>
              </a:ext>
            </a:extLst>
          </p:cNvPr>
          <p:cNvSpPr/>
          <p:nvPr/>
        </p:nvSpPr>
        <p:spPr>
          <a:xfrm>
            <a:off x="6967728" y="4041643"/>
            <a:ext cx="96801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2" name="Shape 144">
            <a:extLst>
              <a:ext uri="{FF2B5EF4-FFF2-40B4-BE49-F238E27FC236}">
                <a16:creationId xmlns:a16="http://schemas.microsoft.com/office/drawing/2014/main" id="{40F973C2-B08B-8F37-A889-5EE0157DD481}"/>
              </a:ext>
            </a:extLst>
          </p:cNvPr>
          <p:cNvSpPr/>
          <p:nvPr/>
        </p:nvSpPr>
        <p:spPr>
          <a:xfrm>
            <a:off x="73152" y="4306819"/>
            <a:ext cx="12088368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6" name="Text 145">
            <a:extLst>
              <a:ext uri="{FF2B5EF4-FFF2-40B4-BE49-F238E27FC236}">
                <a16:creationId xmlns:a16="http://schemas.microsoft.com/office/drawing/2014/main" id="{067A394C-37A2-9331-6F7D-1B4CBE1A57B9}"/>
              </a:ext>
            </a:extLst>
          </p:cNvPr>
          <p:cNvSpPr/>
          <p:nvPr/>
        </p:nvSpPr>
        <p:spPr>
          <a:xfrm>
            <a:off x="100584" y="4306819"/>
            <a:ext cx="5430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S38</a:t>
            </a:r>
            <a:endParaRPr lang="en-US" sz="800"/>
          </a:p>
        </p:txBody>
      </p:sp>
      <p:sp>
        <p:nvSpPr>
          <p:cNvPr id="449" name="Text 146">
            <a:extLst>
              <a:ext uri="{FF2B5EF4-FFF2-40B4-BE49-F238E27FC236}">
                <a16:creationId xmlns:a16="http://schemas.microsoft.com/office/drawing/2014/main" id="{EA1A86CC-F84A-9C8B-5029-0D7F5C218993}"/>
              </a:ext>
            </a:extLst>
          </p:cNvPr>
          <p:cNvSpPr/>
          <p:nvPr/>
        </p:nvSpPr>
        <p:spPr>
          <a:xfrm>
            <a:off x="461771" y="4306819"/>
            <a:ext cx="73191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16/12</a:t>
            </a:r>
            <a:endParaRPr lang="en-US" sz="800"/>
          </a:p>
        </p:txBody>
      </p:sp>
      <p:sp>
        <p:nvSpPr>
          <p:cNvPr id="451" name="Text 147">
            <a:extLst>
              <a:ext uri="{FF2B5EF4-FFF2-40B4-BE49-F238E27FC236}">
                <a16:creationId xmlns:a16="http://schemas.microsoft.com/office/drawing/2014/main" id="{B970DC23-B177-5CF3-5BD4-FE084A76CCAA}"/>
              </a:ext>
            </a:extLst>
          </p:cNvPr>
          <p:cNvSpPr/>
          <p:nvPr/>
        </p:nvSpPr>
        <p:spPr>
          <a:xfrm>
            <a:off x="1120577" y="4306819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01/12 – 07/12 (S39)</a:t>
            </a:r>
            <a:endParaRPr lang="en-US" sz="800"/>
          </a:p>
        </p:txBody>
      </p:sp>
      <p:sp>
        <p:nvSpPr>
          <p:cNvPr id="453" name="Text 148">
            <a:extLst>
              <a:ext uri="{FF2B5EF4-FFF2-40B4-BE49-F238E27FC236}">
                <a16:creationId xmlns:a16="http://schemas.microsoft.com/office/drawing/2014/main" id="{C820FBC2-679F-0DD0-8D52-8541F5220A38}"/>
              </a:ext>
            </a:extLst>
          </p:cNvPr>
          <p:cNvSpPr/>
          <p:nvPr/>
        </p:nvSpPr>
        <p:spPr>
          <a:xfrm>
            <a:off x="2103885" y="4306819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08/12 – 14/12 (S39)</a:t>
            </a:r>
            <a:endParaRPr lang="en-US" sz="800"/>
          </a:p>
        </p:txBody>
      </p:sp>
      <p:sp>
        <p:nvSpPr>
          <p:cNvPr id="455" name="Text 149">
            <a:extLst>
              <a:ext uri="{FF2B5EF4-FFF2-40B4-BE49-F238E27FC236}">
                <a16:creationId xmlns:a16="http://schemas.microsoft.com/office/drawing/2014/main" id="{F2392BC2-84A6-655A-9F2D-B4F8BD625C9B}"/>
              </a:ext>
            </a:extLst>
          </p:cNvPr>
          <p:cNvSpPr/>
          <p:nvPr/>
        </p:nvSpPr>
        <p:spPr>
          <a:xfrm>
            <a:off x="2715164" y="4306819"/>
            <a:ext cx="1322165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15/12 – 28/12</a:t>
            </a:r>
            <a:endParaRPr lang="en-US" sz="800"/>
          </a:p>
        </p:txBody>
      </p:sp>
      <p:sp>
        <p:nvSpPr>
          <p:cNvPr id="457" name="Text 150">
            <a:extLst>
              <a:ext uri="{FF2B5EF4-FFF2-40B4-BE49-F238E27FC236}">
                <a16:creationId xmlns:a16="http://schemas.microsoft.com/office/drawing/2014/main" id="{DB613253-381C-0077-F6D6-7D6EEFC12522}"/>
              </a:ext>
            </a:extLst>
          </p:cNvPr>
          <p:cNvSpPr/>
          <p:nvPr/>
        </p:nvSpPr>
        <p:spPr>
          <a:xfrm>
            <a:off x="3776471" y="4306819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29/12</a:t>
            </a:r>
            <a:endParaRPr lang="en-US" sz="800"/>
          </a:p>
        </p:txBody>
      </p:sp>
      <p:sp>
        <p:nvSpPr>
          <p:cNvPr id="459" name="Text 151">
            <a:extLst>
              <a:ext uri="{FF2B5EF4-FFF2-40B4-BE49-F238E27FC236}">
                <a16:creationId xmlns:a16="http://schemas.microsoft.com/office/drawing/2014/main" id="{FABC0A28-9A6B-BB54-59A4-26F2869F5DD0}"/>
              </a:ext>
            </a:extLst>
          </p:cNvPr>
          <p:cNvSpPr/>
          <p:nvPr/>
        </p:nvSpPr>
        <p:spPr>
          <a:xfrm>
            <a:off x="4343399" y="4306819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04/01/27</a:t>
            </a:r>
            <a:endParaRPr lang="en-US" sz="800"/>
          </a:p>
        </p:txBody>
      </p:sp>
      <p:sp>
        <p:nvSpPr>
          <p:cNvPr id="461" name="Text 152">
            <a:extLst>
              <a:ext uri="{FF2B5EF4-FFF2-40B4-BE49-F238E27FC236}">
                <a16:creationId xmlns:a16="http://schemas.microsoft.com/office/drawing/2014/main" id="{4B9CE801-C6E7-6B51-71C2-7F2EC21F8B90}"/>
              </a:ext>
            </a:extLst>
          </p:cNvPr>
          <p:cNvSpPr/>
          <p:nvPr/>
        </p:nvSpPr>
        <p:spPr>
          <a:xfrm>
            <a:off x="4910327" y="4306819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06/01/27</a:t>
            </a:r>
            <a:endParaRPr lang="en-US" sz="800"/>
          </a:p>
        </p:txBody>
      </p:sp>
      <p:sp>
        <p:nvSpPr>
          <p:cNvPr id="463" name="Shape 153">
            <a:extLst>
              <a:ext uri="{FF2B5EF4-FFF2-40B4-BE49-F238E27FC236}">
                <a16:creationId xmlns:a16="http://schemas.microsoft.com/office/drawing/2014/main" id="{C7500497-43EB-29B2-6B40-E17F3BC823BD}"/>
              </a:ext>
            </a:extLst>
          </p:cNvPr>
          <p:cNvSpPr/>
          <p:nvPr/>
        </p:nvSpPr>
        <p:spPr>
          <a:xfrm>
            <a:off x="5449824" y="4306819"/>
            <a:ext cx="103884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5" name="Shape 154">
            <a:extLst>
              <a:ext uri="{FF2B5EF4-FFF2-40B4-BE49-F238E27FC236}">
                <a16:creationId xmlns:a16="http://schemas.microsoft.com/office/drawing/2014/main" id="{31F61EE9-9380-B186-3535-06FA279EB5B6}"/>
              </a:ext>
            </a:extLst>
          </p:cNvPr>
          <p:cNvSpPr/>
          <p:nvPr/>
        </p:nvSpPr>
        <p:spPr>
          <a:xfrm>
            <a:off x="6254496" y="4306819"/>
            <a:ext cx="92079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7" name="Shape 155">
            <a:extLst>
              <a:ext uri="{FF2B5EF4-FFF2-40B4-BE49-F238E27FC236}">
                <a16:creationId xmlns:a16="http://schemas.microsoft.com/office/drawing/2014/main" id="{AFA84A59-767D-6D2D-70A6-FCAB571F799E}"/>
              </a:ext>
            </a:extLst>
          </p:cNvPr>
          <p:cNvSpPr/>
          <p:nvPr/>
        </p:nvSpPr>
        <p:spPr>
          <a:xfrm>
            <a:off x="6967728" y="4306819"/>
            <a:ext cx="96801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9" name="Shape 156">
            <a:extLst>
              <a:ext uri="{FF2B5EF4-FFF2-40B4-BE49-F238E27FC236}">
                <a16:creationId xmlns:a16="http://schemas.microsoft.com/office/drawing/2014/main" id="{D95E92DD-4217-018C-FFED-FA054B4DBA8A}"/>
              </a:ext>
            </a:extLst>
          </p:cNvPr>
          <p:cNvSpPr/>
          <p:nvPr/>
        </p:nvSpPr>
        <p:spPr>
          <a:xfrm>
            <a:off x="73152" y="5024857"/>
            <a:ext cx="12088368" cy="265176"/>
          </a:xfrm>
          <a:prstGeom prst="rect">
            <a:avLst/>
          </a:prstGeom>
          <a:solidFill>
            <a:srgbClr val="FFFBEB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1" name="Shape 157">
            <a:extLst>
              <a:ext uri="{FF2B5EF4-FFF2-40B4-BE49-F238E27FC236}">
                <a16:creationId xmlns:a16="http://schemas.microsoft.com/office/drawing/2014/main" id="{565080EA-D3DD-127E-764C-331C338CDF42}"/>
              </a:ext>
            </a:extLst>
          </p:cNvPr>
          <p:cNvSpPr/>
          <p:nvPr/>
        </p:nvSpPr>
        <p:spPr>
          <a:xfrm>
            <a:off x="73152" y="5024857"/>
            <a:ext cx="12088368" cy="265176"/>
          </a:xfrm>
          <a:prstGeom prst="rect">
            <a:avLst/>
          </a:prstGeom>
          <a:solidFill>
            <a:srgbClr val="FEF3C7">
              <a:alpha val="80000"/>
            </a:srgbClr>
          </a:solidFill>
          <a:ln w="508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3" name="Text 158">
            <a:extLst>
              <a:ext uri="{FF2B5EF4-FFF2-40B4-BE49-F238E27FC236}">
                <a16:creationId xmlns:a16="http://schemas.microsoft.com/office/drawing/2014/main" id="{78AEF93B-F9DF-B99C-D7A6-03459CE689BA}"/>
              </a:ext>
            </a:extLst>
          </p:cNvPr>
          <p:cNvSpPr/>
          <p:nvPr/>
        </p:nvSpPr>
        <p:spPr>
          <a:xfrm>
            <a:off x="73152" y="5033568"/>
            <a:ext cx="141660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59E0B"/>
                </a:solidFill>
              </a:rPr>
              <a:t>❄ FREEZING</a:t>
            </a:r>
            <a:endParaRPr lang="en-US" sz="700"/>
          </a:p>
        </p:txBody>
      </p:sp>
      <p:sp>
        <p:nvSpPr>
          <p:cNvPr id="475" name="Text 159">
            <a:extLst>
              <a:ext uri="{FF2B5EF4-FFF2-40B4-BE49-F238E27FC236}">
                <a16:creationId xmlns:a16="http://schemas.microsoft.com/office/drawing/2014/main" id="{C24E16A8-A9B4-F27F-3823-4B6B86BC2D33}"/>
              </a:ext>
            </a:extLst>
          </p:cNvPr>
          <p:cNvSpPr/>
          <p:nvPr/>
        </p:nvSpPr>
        <p:spPr>
          <a:xfrm>
            <a:off x="2697479" y="5016150"/>
            <a:ext cx="21249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>
                <a:solidFill>
                  <a:srgbClr val="F59E0B"/>
                </a:solidFill>
              </a:rPr>
              <a:t>27/12 – 03/01/27</a:t>
            </a:r>
            <a:endParaRPr lang="en-US" sz="800"/>
          </a:p>
        </p:txBody>
      </p:sp>
      <p:sp>
        <p:nvSpPr>
          <p:cNvPr id="477" name="Shape 168">
            <a:extLst>
              <a:ext uri="{FF2B5EF4-FFF2-40B4-BE49-F238E27FC236}">
                <a16:creationId xmlns:a16="http://schemas.microsoft.com/office/drawing/2014/main" id="{963E231E-4D6E-95D8-4E66-E969B25BA5DA}"/>
              </a:ext>
            </a:extLst>
          </p:cNvPr>
          <p:cNvSpPr/>
          <p:nvPr/>
        </p:nvSpPr>
        <p:spPr>
          <a:xfrm>
            <a:off x="462914" y="5609204"/>
            <a:ext cx="259711" cy="13716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9" name="Text 169">
            <a:extLst>
              <a:ext uri="{FF2B5EF4-FFF2-40B4-BE49-F238E27FC236}">
                <a16:creationId xmlns:a16="http://schemas.microsoft.com/office/drawing/2014/main" id="{CEC368C3-A8F9-6B6C-7B8C-486FBFCD1792}"/>
              </a:ext>
            </a:extLst>
          </p:cNvPr>
          <p:cNvSpPr/>
          <p:nvPr/>
        </p:nvSpPr>
        <p:spPr>
          <a:xfrm>
            <a:off x="786383" y="5554340"/>
            <a:ext cx="2361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E293B"/>
                </a:solidFill>
              </a:rPr>
              <a:t>Freezing</a:t>
            </a:r>
            <a:endParaRPr lang="en-US" sz="800"/>
          </a:p>
        </p:txBody>
      </p:sp>
      <p:sp>
        <p:nvSpPr>
          <p:cNvPr id="481" name="Shape 44">
            <a:extLst>
              <a:ext uri="{FF2B5EF4-FFF2-40B4-BE49-F238E27FC236}">
                <a16:creationId xmlns:a16="http://schemas.microsoft.com/office/drawing/2014/main" id="{800D547A-CC33-C9D4-4AD6-721AA2D0194A}"/>
              </a:ext>
            </a:extLst>
          </p:cNvPr>
          <p:cNvSpPr/>
          <p:nvPr/>
        </p:nvSpPr>
        <p:spPr>
          <a:xfrm>
            <a:off x="73152" y="1032835"/>
            <a:ext cx="12088368" cy="265176"/>
          </a:xfrm>
          <a:prstGeom prst="rect">
            <a:avLst/>
          </a:prstGeom>
          <a:solidFill>
            <a:srgbClr val="FFFBEB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3" name="Shape 45">
            <a:extLst>
              <a:ext uri="{FF2B5EF4-FFF2-40B4-BE49-F238E27FC236}">
                <a16:creationId xmlns:a16="http://schemas.microsoft.com/office/drawing/2014/main" id="{872EFED8-F798-25D7-FC1A-E070863AC0D0}"/>
              </a:ext>
            </a:extLst>
          </p:cNvPr>
          <p:cNvSpPr/>
          <p:nvPr/>
        </p:nvSpPr>
        <p:spPr>
          <a:xfrm>
            <a:off x="73152" y="1032835"/>
            <a:ext cx="12088368" cy="265176"/>
          </a:xfrm>
          <a:prstGeom prst="rect">
            <a:avLst/>
          </a:prstGeom>
          <a:solidFill>
            <a:srgbClr val="FEF3C7">
              <a:alpha val="80000"/>
            </a:srgbClr>
          </a:solidFill>
          <a:ln w="508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5" name="Text 46">
            <a:extLst>
              <a:ext uri="{FF2B5EF4-FFF2-40B4-BE49-F238E27FC236}">
                <a16:creationId xmlns:a16="http://schemas.microsoft.com/office/drawing/2014/main" id="{D9C28D7E-9530-0689-A42D-CAB18CF1ABC0}"/>
              </a:ext>
            </a:extLst>
          </p:cNvPr>
          <p:cNvSpPr/>
          <p:nvPr/>
        </p:nvSpPr>
        <p:spPr>
          <a:xfrm>
            <a:off x="91440" y="1032835"/>
            <a:ext cx="141660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59E0B"/>
                </a:solidFill>
              </a:rPr>
              <a:t>❄ FREEZING</a:t>
            </a:r>
            <a:endParaRPr lang="en-US" sz="700"/>
          </a:p>
        </p:txBody>
      </p:sp>
      <p:sp>
        <p:nvSpPr>
          <p:cNvPr id="487" name="Text 47">
            <a:extLst>
              <a:ext uri="{FF2B5EF4-FFF2-40B4-BE49-F238E27FC236}">
                <a16:creationId xmlns:a16="http://schemas.microsoft.com/office/drawing/2014/main" id="{D633BBF5-1B11-ABD1-DFF1-76690CDC758D}"/>
              </a:ext>
            </a:extLst>
          </p:cNvPr>
          <p:cNvSpPr/>
          <p:nvPr/>
        </p:nvSpPr>
        <p:spPr>
          <a:xfrm>
            <a:off x="2670048" y="1032835"/>
            <a:ext cx="21249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>
                <a:solidFill>
                  <a:srgbClr val="F59E0B"/>
                </a:solidFill>
              </a:rPr>
              <a:t>31/08 – 04/09</a:t>
            </a:r>
            <a:endParaRPr lang="en-US" sz="800"/>
          </a:p>
        </p:txBody>
      </p:sp>
      <p:sp>
        <p:nvSpPr>
          <p:cNvPr id="489" name="Shape 144">
            <a:extLst>
              <a:ext uri="{FF2B5EF4-FFF2-40B4-BE49-F238E27FC236}">
                <a16:creationId xmlns:a16="http://schemas.microsoft.com/office/drawing/2014/main" id="{57241FDB-8D5C-C4F7-313A-FE3807AB231D}"/>
              </a:ext>
            </a:extLst>
          </p:cNvPr>
          <p:cNvSpPr/>
          <p:nvPr/>
        </p:nvSpPr>
        <p:spPr>
          <a:xfrm>
            <a:off x="77504" y="4581144"/>
            <a:ext cx="12088368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1" name="Text 145">
            <a:extLst>
              <a:ext uri="{FF2B5EF4-FFF2-40B4-BE49-F238E27FC236}">
                <a16:creationId xmlns:a16="http://schemas.microsoft.com/office/drawing/2014/main" id="{03C813E3-E885-DD97-4660-9567EE698B38}"/>
              </a:ext>
            </a:extLst>
          </p:cNvPr>
          <p:cNvSpPr/>
          <p:nvPr/>
        </p:nvSpPr>
        <p:spPr>
          <a:xfrm>
            <a:off x="61391" y="4581144"/>
            <a:ext cx="5430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S39</a:t>
            </a:r>
            <a:endParaRPr lang="en-US" sz="800"/>
          </a:p>
        </p:txBody>
      </p:sp>
      <p:sp>
        <p:nvSpPr>
          <p:cNvPr id="493" name="Text 146">
            <a:extLst>
              <a:ext uri="{FF2B5EF4-FFF2-40B4-BE49-F238E27FC236}">
                <a16:creationId xmlns:a16="http://schemas.microsoft.com/office/drawing/2014/main" id="{EE89A81A-68E9-28A9-1E91-388F0C92E5D5}"/>
              </a:ext>
            </a:extLst>
          </p:cNvPr>
          <p:cNvSpPr/>
          <p:nvPr/>
        </p:nvSpPr>
        <p:spPr>
          <a:xfrm>
            <a:off x="422578" y="4581144"/>
            <a:ext cx="73191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30/12</a:t>
            </a:r>
            <a:endParaRPr lang="en-US" sz="800"/>
          </a:p>
        </p:txBody>
      </p:sp>
      <p:sp>
        <p:nvSpPr>
          <p:cNvPr id="495" name="Text 147">
            <a:extLst>
              <a:ext uri="{FF2B5EF4-FFF2-40B4-BE49-F238E27FC236}">
                <a16:creationId xmlns:a16="http://schemas.microsoft.com/office/drawing/2014/main" id="{A5739553-E71A-9E4A-215F-2EBC586FCA04}"/>
              </a:ext>
            </a:extLst>
          </p:cNvPr>
          <p:cNvSpPr/>
          <p:nvPr/>
        </p:nvSpPr>
        <p:spPr>
          <a:xfrm>
            <a:off x="1081384" y="4581144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15/12 – 21/12 (S40)</a:t>
            </a:r>
            <a:endParaRPr lang="en-US" sz="800"/>
          </a:p>
        </p:txBody>
      </p:sp>
      <p:sp>
        <p:nvSpPr>
          <p:cNvPr id="497" name="Text 148">
            <a:extLst>
              <a:ext uri="{FF2B5EF4-FFF2-40B4-BE49-F238E27FC236}">
                <a16:creationId xmlns:a16="http://schemas.microsoft.com/office/drawing/2014/main" id="{4C31321C-FA30-3AB7-B37C-825D67826A29}"/>
              </a:ext>
            </a:extLst>
          </p:cNvPr>
          <p:cNvSpPr/>
          <p:nvPr/>
        </p:nvSpPr>
        <p:spPr>
          <a:xfrm>
            <a:off x="2064692" y="4581144"/>
            <a:ext cx="897184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22/12 – 30/12 (S40)</a:t>
            </a:r>
            <a:endParaRPr lang="en-US" sz="800"/>
          </a:p>
        </p:txBody>
      </p:sp>
      <p:sp>
        <p:nvSpPr>
          <p:cNvPr id="499" name="Text 149">
            <a:extLst>
              <a:ext uri="{FF2B5EF4-FFF2-40B4-BE49-F238E27FC236}">
                <a16:creationId xmlns:a16="http://schemas.microsoft.com/office/drawing/2014/main" id="{6C1451C3-C408-D506-7D9B-CBB61D29E870}"/>
              </a:ext>
            </a:extLst>
          </p:cNvPr>
          <p:cNvSpPr/>
          <p:nvPr/>
        </p:nvSpPr>
        <p:spPr>
          <a:xfrm>
            <a:off x="2675971" y="4581144"/>
            <a:ext cx="1322165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29/12 – 11/01/27</a:t>
            </a:r>
            <a:endParaRPr lang="en-US" sz="800"/>
          </a:p>
        </p:txBody>
      </p:sp>
      <p:sp>
        <p:nvSpPr>
          <p:cNvPr id="501" name="Text 150">
            <a:extLst>
              <a:ext uri="{FF2B5EF4-FFF2-40B4-BE49-F238E27FC236}">
                <a16:creationId xmlns:a16="http://schemas.microsoft.com/office/drawing/2014/main" id="{00964F12-9A72-1637-01E8-A35AD4B2131A}"/>
              </a:ext>
            </a:extLst>
          </p:cNvPr>
          <p:cNvSpPr/>
          <p:nvPr/>
        </p:nvSpPr>
        <p:spPr>
          <a:xfrm>
            <a:off x="3737278" y="4581144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293B"/>
                </a:solidFill>
              </a:rPr>
              <a:t>12/01/27</a:t>
            </a:r>
            <a:endParaRPr lang="en-US" sz="800"/>
          </a:p>
        </p:txBody>
      </p:sp>
      <p:sp>
        <p:nvSpPr>
          <p:cNvPr id="503" name="Text 151">
            <a:extLst>
              <a:ext uri="{FF2B5EF4-FFF2-40B4-BE49-F238E27FC236}">
                <a16:creationId xmlns:a16="http://schemas.microsoft.com/office/drawing/2014/main" id="{7E304A11-8A7C-7564-8B89-9635F105A497}"/>
              </a:ext>
            </a:extLst>
          </p:cNvPr>
          <p:cNvSpPr/>
          <p:nvPr/>
        </p:nvSpPr>
        <p:spPr>
          <a:xfrm>
            <a:off x="4304206" y="4581144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14/01/27</a:t>
            </a:r>
            <a:endParaRPr lang="en-US" sz="800"/>
          </a:p>
        </p:txBody>
      </p:sp>
      <p:sp>
        <p:nvSpPr>
          <p:cNvPr id="505" name="Text 152">
            <a:extLst>
              <a:ext uri="{FF2B5EF4-FFF2-40B4-BE49-F238E27FC236}">
                <a16:creationId xmlns:a16="http://schemas.microsoft.com/office/drawing/2014/main" id="{6B568EEF-B3AF-DC5D-8CFD-06F2533E4B21}"/>
              </a:ext>
            </a:extLst>
          </p:cNvPr>
          <p:cNvSpPr/>
          <p:nvPr/>
        </p:nvSpPr>
        <p:spPr>
          <a:xfrm>
            <a:off x="4871134" y="4581144"/>
            <a:ext cx="66108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E293B"/>
                </a:solidFill>
              </a:rPr>
              <a:t>18/01/27</a:t>
            </a:r>
            <a:endParaRPr lang="en-US" sz="800"/>
          </a:p>
        </p:txBody>
      </p:sp>
      <p:sp>
        <p:nvSpPr>
          <p:cNvPr id="507" name="Shape 153">
            <a:extLst>
              <a:ext uri="{FF2B5EF4-FFF2-40B4-BE49-F238E27FC236}">
                <a16:creationId xmlns:a16="http://schemas.microsoft.com/office/drawing/2014/main" id="{6D8CB7B7-B8DF-BCB2-DF0D-8293CD05CE6B}"/>
              </a:ext>
            </a:extLst>
          </p:cNvPr>
          <p:cNvSpPr/>
          <p:nvPr/>
        </p:nvSpPr>
        <p:spPr>
          <a:xfrm>
            <a:off x="5410631" y="4581144"/>
            <a:ext cx="103884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9" name="Shape 154">
            <a:extLst>
              <a:ext uri="{FF2B5EF4-FFF2-40B4-BE49-F238E27FC236}">
                <a16:creationId xmlns:a16="http://schemas.microsoft.com/office/drawing/2014/main" id="{53BA2BF5-C586-D74D-E411-75B85D79287E}"/>
              </a:ext>
            </a:extLst>
          </p:cNvPr>
          <p:cNvSpPr/>
          <p:nvPr/>
        </p:nvSpPr>
        <p:spPr>
          <a:xfrm>
            <a:off x="6215303" y="4581144"/>
            <a:ext cx="92079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1" name="Shape 155">
            <a:extLst>
              <a:ext uri="{FF2B5EF4-FFF2-40B4-BE49-F238E27FC236}">
                <a16:creationId xmlns:a16="http://schemas.microsoft.com/office/drawing/2014/main" id="{37F8831F-C083-B592-6C2C-07087EA42E23}"/>
              </a:ext>
            </a:extLst>
          </p:cNvPr>
          <p:cNvSpPr/>
          <p:nvPr/>
        </p:nvSpPr>
        <p:spPr>
          <a:xfrm>
            <a:off x="6928535" y="4581144"/>
            <a:ext cx="968014" cy="265176"/>
          </a:xfrm>
          <a:prstGeom prst="rect">
            <a:avLst/>
          </a:prstGeom>
          <a:solidFill>
            <a:srgbClr val="F8FAFC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A00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C8190-0457-3F82-A5E6-22ECAF0F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FE0B4F-7059-229B-360C-DA5138B85CEE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83D919-F28C-690F-E459-6B0FFA169B75}"/>
              </a:ext>
            </a:extLst>
          </p:cNvPr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0BF57F-206B-9E6A-C983-C0C64DB6FF10}"/>
              </a:ext>
            </a:extLst>
          </p:cNvPr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Montserrat"/>
              </a:rPr>
              <a:t>03</a:t>
            </a:r>
            <a:endParaRPr lang="en-US" sz="2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C3AF7B-EF1E-B3B6-219E-24413F8790F3}"/>
              </a:ext>
            </a:extLst>
          </p:cNvPr>
          <p:cNvSpPr/>
          <p:nvPr/>
        </p:nvSpPr>
        <p:spPr>
          <a:xfrm>
            <a:off x="1737360" y="2011680"/>
            <a:ext cx="9043059" cy="995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Execução</a:t>
            </a:r>
            <a:r>
              <a:rPr lang="en-US" sz="38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 - </a:t>
            </a:r>
            <a:r>
              <a:rPr lang="en-US" sz="3800" b="1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Realizada</a:t>
            </a:r>
            <a:r>
              <a:rPr lang="en-US" sz="38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 X </a:t>
            </a:r>
            <a:r>
              <a:rPr lang="en-US" sz="3800" b="1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executada</a:t>
            </a:r>
            <a:r>
              <a:rPr lang="en-US" sz="38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 </a:t>
            </a:r>
            <a:endParaRPr lang="en-US" sz="38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AB062A-8E95-2F85-D7F4-3CE3371119FF}"/>
              </a:ext>
            </a:extLst>
          </p:cNvPr>
          <p:cNvSpPr/>
          <p:nvPr/>
        </p:nvSpPr>
        <p:spPr>
          <a:xfrm>
            <a:off x="1737360" y="3063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solidFill>
                  <a:srgbClr val="6ECBBF"/>
                </a:solidFill>
                <a:latin typeface="Century Gothic"/>
              </a:rPr>
              <a:t>Processo</a:t>
            </a:r>
            <a:r>
              <a:rPr lang="en-US" sz="1400">
                <a:solidFill>
                  <a:srgbClr val="6ECBBF"/>
                </a:solidFill>
                <a:latin typeface="Century Gothic"/>
              </a:rPr>
              <a:t xml:space="preserve"> e tempo de </a:t>
            </a:r>
            <a:r>
              <a:rPr lang="en-US" sz="1400" err="1">
                <a:solidFill>
                  <a:srgbClr val="6ECBBF"/>
                </a:solidFill>
                <a:latin typeface="Century Gothic"/>
              </a:rPr>
              <a:t>execução</a:t>
            </a:r>
            <a:endParaRPr lang="pt-BR" err="1"/>
          </a:p>
        </p:txBody>
      </p:sp>
      <p:pic>
        <p:nvPicPr>
          <p:cNvPr id="7" name="Image 0" descr="/home/claude/familhao_Imagem_6.png">
            <a:extLst>
              <a:ext uri="{FF2B5EF4-FFF2-40B4-BE49-F238E27FC236}">
                <a16:creationId xmlns:a16="http://schemas.microsoft.com/office/drawing/2014/main" id="{620A8EDD-5B2C-1124-F1B8-6760D3B24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943600"/>
            <a:ext cx="173736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4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 xml:space="preserve">Horas Planejadas vs. </a:t>
            </a:r>
            <a:r>
              <a:rPr lang="en-US" sz="2400" b="1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Realizadas</a:t>
            </a: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 xml:space="preserve"> – Ana Maria</a:t>
            </a:r>
            <a:endParaRPr lang="en-US" sz="2400"/>
          </a:p>
        </p:txBody>
      </p:sp>
      <p:pic>
        <p:nvPicPr>
          <p:cNvPr id="5" name="Image 0" descr="/home/claude/familhao_Imagem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895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de Horas</a:t>
            </a:r>
            <a:endParaRPr lang="en-US" sz="1300"/>
          </a:p>
        </p:txBody>
      </p:sp>
      <p:sp>
        <p:nvSpPr>
          <p:cNvPr id="11" name="Shape 6"/>
          <p:cNvSpPr/>
          <p:nvPr/>
        </p:nvSpPr>
        <p:spPr>
          <a:xfrm>
            <a:off x="7589520" y="4572000"/>
            <a:ext cx="4114800" cy="1554480"/>
          </a:xfrm>
          <a:prstGeom prst="rect">
            <a:avLst/>
          </a:prstGeom>
          <a:solidFill>
            <a:srgbClr val="E3F6F4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7"/>
          <p:cNvSpPr/>
          <p:nvPr/>
        </p:nvSpPr>
        <p:spPr>
          <a:xfrm>
            <a:off x="7589520" y="4572000"/>
            <a:ext cx="4114800" cy="64008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8"/>
          <p:cNvSpPr/>
          <p:nvPr/>
        </p:nvSpPr>
        <p:spPr>
          <a:xfrm>
            <a:off x="7680960" y="4617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Horas Extras (total)</a:t>
            </a:r>
            <a:endParaRPr lang="en-US" sz="1200"/>
          </a:p>
        </p:txBody>
      </p:sp>
      <p:sp>
        <p:nvSpPr>
          <p:cNvPr id="14" name="Text 9"/>
          <p:cNvSpPr/>
          <p:nvPr/>
        </p:nvSpPr>
        <p:spPr>
          <a:xfrm>
            <a:off x="7680960" y="5029200"/>
            <a:ext cx="393192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6ECBBF"/>
                </a:solidFill>
                <a:latin typeface="Montserrat"/>
              </a:rPr>
              <a:t>20,5h</a:t>
            </a:r>
            <a:endParaRPr lang="en-US" sz="3600">
              <a:latin typeface="Montserrat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3FBF3F46-9D2A-8A66-7B1C-9E761D88382B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/>
        </p:spPr>
        <p:txBody>
          <a:bodyPr lIns="91440" tIns="45720" rIns="91440" bIns="45720" anchor="t"/>
          <a:lstStyle/>
          <a:p>
            <a:pPr algn="ctr"/>
            <a:r>
              <a:rPr lang="en-US" sz="900" b="1">
                <a:solidFill>
                  <a:srgbClr val="7030A0"/>
                </a:solidFill>
                <a:latin typeface="Century Gothic"/>
              </a:rPr>
              <a:t>Sprint</a:t>
            </a:r>
            <a:endParaRPr lang="en-US" sz="900">
              <a:latin typeface="Century Gothic"/>
            </a:endParaRPr>
          </a:p>
          <a:p>
            <a:pPr algn="ctr"/>
            <a:r>
              <a:rPr lang="en-US" sz="900" b="1">
                <a:solidFill>
                  <a:srgbClr val="7030A0"/>
                </a:solidFill>
                <a:latin typeface="Century Gothic"/>
              </a:rPr>
              <a:t>#5</a:t>
            </a:r>
            <a:endParaRPr lang="pt-BR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743096D5-2F23-100E-AE5B-D7AD7A31D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902100"/>
              </p:ext>
            </p:extLst>
          </p:nvPr>
        </p:nvGraphicFramePr>
        <p:xfrm>
          <a:off x="7589520" y="1463040"/>
          <a:ext cx="4114800" cy="30723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err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13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err="1">
                          <a:solidFill>
                            <a:srgbClr val="FFFFFF"/>
                          </a:solidFill>
                        </a:rPr>
                        <a:t>Planejado</a:t>
                      </a:r>
                      <a:endParaRPr lang="en-US" sz="13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err="1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13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Front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20h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23h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Back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54h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86h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TL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20h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48h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QA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30h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28h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/>
                        <a:t>SM</a:t>
                      </a: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/>
                        <a:t>20h</a:t>
                      </a: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/>
                        <a:t>20h</a:t>
                      </a: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3077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144h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205h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8C647656-39F7-B54E-21BA-ECAB94C21B5E}"/>
              </a:ext>
            </a:extLst>
          </p:cNvPr>
          <p:cNvGraphicFramePr/>
          <p:nvPr/>
        </p:nvGraphicFramePr>
        <p:xfrm>
          <a:off x="457200" y="1097280"/>
          <a:ext cx="685800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61">
            <a:extLst>
              <a:ext uri="{FF2B5EF4-FFF2-40B4-BE49-F238E27FC236}">
                <a16:creationId xmlns:a16="http://schemas.microsoft.com/office/drawing/2014/main" id="{501BAB5D-57F1-225D-7912-85A57640CEA6}"/>
              </a:ext>
            </a:extLst>
          </p:cNvPr>
          <p:cNvSpPr/>
          <p:nvPr/>
        </p:nvSpPr>
        <p:spPr>
          <a:xfrm>
            <a:off x="0" y="886968"/>
            <a:ext cx="3916681" cy="532776"/>
          </a:xfrm>
          <a:prstGeom prst="roundRect">
            <a:avLst>
              <a:gd name="adj" fmla="val 14545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pt-BR">
                <a:solidFill>
                  <a:schemeClr val="bg1"/>
                </a:solidFill>
                <a:ea typeface="Calibri"/>
                <a:cs typeface="Calibri"/>
              </a:rPr>
              <a:t>Capacidade operacional para entregas:</a:t>
            </a:r>
          </a:p>
          <a:p>
            <a:r>
              <a:rPr lang="pt-BR" sz="1200">
                <a:solidFill>
                  <a:srgbClr val="6ECBBF"/>
                </a:solidFill>
                <a:latin typeface="Century Gothic"/>
              </a:rPr>
              <a:t xml:space="preserve"> 180 (Back) + 60(Front) = 240</a:t>
            </a:r>
          </a:p>
          <a:p>
            <a:endParaRPr lang="pt-BR">
              <a:ea typeface="Calibri"/>
              <a:cs typeface="Calibri"/>
            </a:endParaRPr>
          </a:p>
        </p:txBody>
      </p:sp>
      <p:sp>
        <p:nvSpPr>
          <p:cNvPr id="15" name="Text 59">
            <a:extLst>
              <a:ext uri="{FF2B5EF4-FFF2-40B4-BE49-F238E27FC236}">
                <a16:creationId xmlns:a16="http://schemas.microsoft.com/office/drawing/2014/main" id="{641BD31B-8D5E-7998-CFDD-7C53AA2C40AB}"/>
              </a:ext>
            </a:extLst>
          </p:cNvPr>
          <p:cNvSpPr/>
          <p:nvPr/>
        </p:nvSpPr>
        <p:spPr>
          <a:xfrm>
            <a:off x="7763256" y="5852160"/>
            <a:ext cx="3346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err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</a:t>
            </a:r>
            <a:r>
              <a:rPr lang="en-US" sz="10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- 144h = R$23.040</a:t>
            </a:r>
            <a:endParaRPr lang="en-US" sz="1000"/>
          </a:p>
          <a:p>
            <a:r>
              <a:rPr lang="en-US" sz="1000" err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</a:t>
            </a:r>
            <a:r>
              <a:rPr lang="en-US" sz="10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- 205h = R$32.800</a:t>
            </a:r>
            <a:br>
              <a:rPr lang="en-US" sz="10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H.E – 20,5h = R$3.280</a:t>
            </a:r>
            <a:br>
              <a:rPr lang="en-US" sz="10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err="1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</a:t>
            </a:r>
            <a:r>
              <a:rPr lang="en-US" sz="10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+ H.E – 225,5h = R$36.080</a:t>
            </a:r>
            <a:br>
              <a:rPr lang="en-US" sz="100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90F122-3C46-9DF1-9133-EC0CDA90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164F5B-BE09-C6A5-A44F-1D2508D0E27B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798993-DC97-1AA0-98CF-33414F0D1CF1}"/>
              </a:ext>
            </a:extLst>
          </p:cNvPr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D5D9DA-705D-EC28-92A0-F05337AD8804}"/>
              </a:ext>
            </a:extLst>
          </p:cNvPr>
          <p:cNvSpPr/>
          <p:nvPr/>
        </p:nvSpPr>
        <p:spPr>
          <a:xfrm>
            <a:off x="45720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 xml:space="preserve">Horas Planejadas vs. </a:t>
            </a:r>
            <a:r>
              <a:rPr lang="en-US" sz="2400" b="1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Realizadas</a:t>
            </a: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 xml:space="preserve"> – Fluency</a:t>
            </a:r>
            <a:endParaRPr lang="en-US" sz="2400"/>
          </a:p>
        </p:txBody>
      </p:sp>
      <p:pic>
        <p:nvPicPr>
          <p:cNvPr id="5" name="Image 0" descr="/home/claude/familhao_Imagem_6.png">
            <a:extLst>
              <a:ext uri="{FF2B5EF4-FFF2-40B4-BE49-F238E27FC236}">
                <a16:creationId xmlns:a16="http://schemas.microsoft.com/office/drawing/2014/main" id="{A529F585-6172-51A8-C3B4-A0E22E081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9102E4D8-D44F-4634-EAD8-EF223FD83442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72440FF-7141-66B8-61D4-487F859548FC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Sprint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/>
              </a:rPr>
              <a:t>#5</a:t>
            </a:r>
            <a:endParaRPr lang="en-US" sz="9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E8081E8-FB3A-7417-83AD-ACD14F3F85DA}"/>
              </a:ext>
            </a:extLst>
          </p:cNvPr>
          <p:cNvSpPr/>
          <p:nvPr/>
        </p:nvSpPr>
        <p:spPr>
          <a:xfrm>
            <a:off x="75895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de Horas</a:t>
            </a:r>
            <a:endParaRPr lang="en-US" sz="13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2D956C1C-469C-11D8-470D-268635BA8DF1}"/>
              </a:ext>
            </a:extLst>
          </p:cNvPr>
          <p:cNvSpPr/>
          <p:nvPr/>
        </p:nvSpPr>
        <p:spPr>
          <a:xfrm>
            <a:off x="7589520" y="4572000"/>
            <a:ext cx="4114800" cy="1554480"/>
          </a:xfrm>
          <a:prstGeom prst="rect">
            <a:avLst/>
          </a:prstGeom>
          <a:solidFill>
            <a:srgbClr val="E3F6F4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C30DEBF-8638-4D38-8D19-D2123418A8D9}"/>
              </a:ext>
            </a:extLst>
          </p:cNvPr>
          <p:cNvSpPr/>
          <p:nvPr/>
        </p:nvSpPr>
        <p:spPr>
          <a:xfrm>
            <a:off x="7589520" y="4572000"/>
            <a:ext cx="4114800" cy="64008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6ECAC12-E009-0424-CABE-92EBBC92FE42}"/>
              </a:ext>
            </a:extLst>
          </p:cNvPr>
          <p:cNvSpPr/>
          <p:nvPr/>
        </p:nvSpPr>
        <p:spPr>
          <a:xfrm>
            <a:off x="7680960" y="4617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Horas Extras (total)</a:t>
            </a:r>
            <a:endParaRPr lang="en-US" sz="12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3F63337-B736-30B1-A690-67E40FCC5A5F}"/>
              </a:ext>
            </a:extLst>
          </p:cNvPr>
          <p:cNvSpPr/>
          <p:nvPr/>
        </p:nvSpPr>
        <p:spPr>
          <a:xfrm>
            <a:off x="7680960" y="5029200"/>
            <a:ext cx="393192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6ECBBF"/>
                </a:solidFill>
                <a:latin typeface="Montserrat"/>
              </a:rPr>
              <a:t>81h</a:t>
            </a:r>
            <a:endParaRPr lang="en-US" sz="3600">
              <a:latin typeface="Montserrat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561B4C9C-7DCA-E79C-BD02-8A038492B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377531"/>
              </p:ext>
            </p:extLst>
          </p:nvPr>
        </p:nvGraphicFramePr>
        <p:xfrm>
          <a:off x="7589520" y="1463040"/>
          <a:ext cx="4114800" cy="30723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err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13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err="1">
                          <a:solidFill>
                            <a:srgbClr val="FFFFFF"/>
                          </a:solidFill>
                        </a:rPr>
                        <a:t>Planejado</a:t>
                      </a:r>
                      <a:endParaRPr lang="en-US" sz="13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err="1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13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Front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20h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30h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Back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180h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199h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TL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68h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78h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QA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72h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103h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/>
                        <a:t>SM</a:t>
                      </a: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/>
                        <a:t>30h</a:t>
                      </a: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/>
                        <a:t>30h</a:t>
                      </a: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76925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370h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440h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25FEA7CB-E2B3-23AE-60F2-891504BCE9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1838106"/>
              </p:ext>
            </p:extLst>
          </p:nvPr>
        </p:nvGraphicFramePr>
        <p:xfrm>
          <a:off x="487680" y="1155192"/>
          <a:ext cx="685800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59">
            <a:extLst>
              <a:ext uri="{FF2B5EF4-FFF2-40B4-BE49-F238E27FC236}">
                <a16:creationId xmlns:a16="http://schemas.microsoft.com/office/drawing/2014/main" id="{AAAB4539-2A02-1EF5-7235-D347E7C9BCB9}"/>
              </a:ext>
            </a:extLst>
          </p:cNvPr>
          <p:cNvSpPr/>
          <p:nvPr/>
        </p:nvSpPr>
        <p:spPr>
          <a:xfrm>
            <a:off x="7763256" y="5852159"/>
            <a:ext cx="3337412" cy="6036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err="1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>Planejado</a:t>
            </a:r>
            <a:r>
              <a:rPr lang="en-US" sz="1000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 xml:space="preserve"> - 370h = R$59.200</a:t>
            </a:r>
            <a:endParaRPr lang="en-US" sz="1000">
              <a:latin typeface="Calibri"/>
              <a:ea typeface="Calibri"/>
              <a:cs typeface="Calibri"/>
            </a:endParaRPr>
          </a:p>
          <a:p>
            <a:r>
              <a:rPr lang="en-US" sz="1000" err="1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>Realizado</a:t>
            </a:r>
            <a:r>
              <a:rPr lang="en-US" sz="1000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 xml:space="preserve"> - 440h = R$70.400</a:t>
            </a:r>
            <a:br>
              <a:rPr lang="en-US" sz="100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>H.E – 81h = R$12.960</a:t>
            </a:r>
            <a:br>
              <a:rPr lang="en-US" sz="100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err="1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>Realizado</a:t>
            </a:r>
            <a:r>
              <a:rPr lang="en-US" sz="1000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 xml:space="preserve"> + H.E – 521h = R$83.360</a:t>
            </a:r>
            <a:br>
              <a:rPr lang="en-US" sz="100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387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F6FB9F-0F48-9A62-336A-3F851FE0C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B25103-932E-F547-31D8-7473C09310B3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E3D329-C86C-5770-9C29-451783C98BD3}"/>
              </a:ext>
            </a:extLst>
          </p:cNvPr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C1D046-0DA1-7BF8-1CC0-817FD2C50692}"/>
              </a:ext>
            </a:extLst>
          </p:cNvPr>
          <p:cNvSpPr/>
          <p:nvPr/>
        </p:nvSpPr>
        <p:spPr>
          <a:xfrm>
            <a:off x="45720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 xml:space="preserve">Horas Planejadas vs. </a:t>
            </a:r>
            <a:r>
              <a:rPr lang="en-US" sz="2400" b="1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Realizadas</a:t>
            </a: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 xml:space="preserve"> – Bugs</a:t>
            </a:r>
            <a:endParaRPr lang="en-US" sz="2400"/>
          </a:p>
        </p:txBody>
      </p:sp>
      <p:pic>
        <p:nvPicPr>
          <p:cNvPr id="5" name="Image 0" descr="/home/claude/familhao_Imagem_6.png">
            <a:extLst>
              <a:ext uri="{FF2B5EF4-FFF2-40B4-BE49-F238E27FC236}">
                <a16:creationId xmlns:a16="http://schemas.microsoft.com/office/drawing/2014/main" id="{3D21D96A-A2A5-FF59-79ED-1826A8822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DF94943E-9106-28DF-B511-C224681681F2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9B9E97A-6492-6BF9-0738-CDE1DF9BBA26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Sprint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/>
              </a:rPr>
              <a:t>#5</a:t>
            </a:r>
            <a:endParaRPr lang="en-US" sz="9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CFCEB4E-BD2C-8DC4-7319-03F797479363}"/>
              </a:ext>
            </a:extLst>
          </p:cNvPr>
          <p:cNvSpPr/>
          <p:nvPr/>
        </p:nvSpPr>
        <p:spPr>
          <a:xfrm>
            <a:off x="75895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de Horas</a:t>
            </a:r>
            <a:endParaRPr lang="en-US" sz="130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1B0C13D-0819-B0BF-5EF2-AE3A73E17E25}"/>
              </a:ext>
            </a:extLst>
          </p:cNvPr>
          <p:cNvSpPr/>
          <p:nvPr/>
        </p:nvSpPr>
        <p:spPr>
          <a:xfrm>
            <a:off x="7589520" y="4572000"/>
            <a:ext cx="4114800" cy="1554480"/>
          </a:xfrm>
          <a:prstGeom prst="rect">
            <a:avLst/>
          </a:prstGeom>
          <a:solidFill>
            <a:srgbClr val="E3F6F4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9C8BD406-09D9-C2C9-AA0F-B7C7C6F8EA64}"/>
              </a:ext>
            </a:extLst>
          </p:cNvPr>
          <p:cNvSpPr/>
          <p:nvPr/>
        </p:nvSpPr>
        <p:spPr>
          <a:xfrm>
            <a:off x="7589520" y="4572000"/>
            <a:ext cx="4114800" cy="64008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D30114D-0145-2BFE-5E14-DA342400EC3C}"/>
              </a:ext>
            </a:extLst>
          </p:cNvPr>
          <p:cNvSpPr/>
          <p:nvPr/>
        </p:nvSpPr>
        <p:spPr>
          <a:xfrm>
            <a:off x="7680960" y="4617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Horas Extras (total)</a:t>
            </a:r>
            <a:endParaRPr lang="en-US" sz="12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2A259D1-3EDD-5C17-412E-6DFB1E3E9CCC}"/>
              </a:ext>
            </a:extLst>
          </p:cNvPr>
          <p:cNvSpPr/>
          <p:nvPr/>
        </p:nvSpPr>
        <p:spPr>
          <a:xfrm>
            <a:off x="7680960" y="5029200"/>
            <a:ext cx="393192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6ECBBF"/>
                </a:solidFill>
                <a:latin typeface="Montserrat"/>
              </a:rPr>
              <a:t>0</a:t>
            </a:r>
            <a:endParaRPr lang="en-US" sz="3600">
              <a:latin typeface="Montserrat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18A97B9B-B41B-CCC2-108A-5AB8029F7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662260"/>
              </p:ext>
            </p:extLst>
          </p:nvPr>
        </p:nvGraphicFramePr>
        <p:xfrm>
          <a:off x="7589520" y="1463040"/>
          <a:ext cx="4114800" cy="30723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err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13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err="1">
                          <a:solidFill>
                            <a:srgbClr val="FFFFFF"/>
                          </a:solidFill>
                        </a:rPr>
                        <a:t>Planejado</a:t>
                      </a:r>
                      <a:endParaRPr lang="en-US" sz="13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err="1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13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Front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Back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60h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60h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TL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QA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/>
                        <a:t>SM</a:t>
                      </a: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/>
                        <a:t>10h</a:t>
                      </a: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/>
                        <a:t>10h</a:t>
                      </a: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67359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80h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80h</a:t>
                      </a:r>
                      <a:endParaRPr lang="en-US" sz="13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7F213E39-36E2-189C-F82B-19F69BA99397}"/>
              </a:ext>
            </a:extLst>
          </p:cNvPr>
          <p:cNvGraphicFramePr/>
          <p:nvPr/>
        </p:nvGraphicFramePr>
        <p:xfrm>
          <a:off x="457200" y="1097280"/>
          <a:ext cx="685800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59">
            <a:extLst>
              <a:ext uri="{FF2B5EF4-FFF2-40B4-BE49-F238E27FC236}">
                <a16:creationId xmlns:a16="http://schemas.microsoft.com/office/drawing/2014/main" id="{612A442F-4A28-3D26-DEF5-40EC69E1235C}"/>
              </a:ext>
            </a:extLst>
          </p:cNvPr>
          <p:cNvSpPr/>
          <p:nvPr/>
        </p:nvSpPr>
        <p:spPr>
          <a:xfrm>
            <a:off x="7763256" y="5852159"/>
            <a:ext cx="3337412" cy="6036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err="1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>Planejado</a:t>
            </a:r>
            <a:r>
              <a:rPr lang="en-US" sz="1000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 xml:space="preserve"> - 370h = R$59.200</a:t>
            </a:r>
            <a:endParaRPr lang="en-US" sz="1000">
              <a:latin typeface="Calibri"/>
              <a:ea typeface="Calibri"/>
              <a:cs typeface="Calibri"/>
            </a:endParaRPr>
          </a:p>
          <a:p>
            <a:r>
              <a:rPr lang="en-US" sz="1000" err="1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>Realizado</a:t>
            </a:r>
            <a:r>
              <a:rPr lang="en-US" sz="1000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 xml:space="preserve"> - 440h = R$70.400</a:t>
            </a:r>
            <a:br>
              <a:rPr lang="en-US" sz="100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>H.E – 81h = R$12.960</a:t>
            </a:r>
            <a:br>
              <a:rPr lang="en-US" sz="100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err="1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>Realizado</a:t>
            </a:r>
            <a:r>
              <a:rPr lang="en-US" sz="1000">
                <a:solidFill>
                  <a:srgbClr val="1A1F5E"/>
                </a:solidFill>
                <a:latin typeface="Calibri"/>
                <a:ea typeface="Calibri"/>
                <a:cs typeface="Calibri"/>
              </a:rPr>
              <a:t xml:space="preserve"> + H.E – 521h = R$83.360</a:t>
            </a:r>
            <a:br>
              <a:rPr lang="en-US" sz="100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423496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Horas de </a:t>
            </a:r>
            <a:r>
              <a:rPr lang="en-US" sz="2400" b="1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Retrabalho</a:t>
            </a:r>
            <a:r>
              <a:rPr lang="en-US" sz="2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 e </a:t>
            </a:r>
            <a:r>
              <a:rPr lang="en-US" sz="2400" b="1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custo</a:t>
            </a:r>
            <a:r>
              <a:rPr lang="en-US" sz="2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 </a:t>
            </a:r>
            <a:r>
              <a:rPr lang="en-US" sz="2400" b="1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adicional</a:t>
            </a:r>
            <a:r>
              <a:rPr lang="en-US" sz="2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 – Ana Maria + Fluency + Bug</a:t>
            </a:r>
            <a:endParaRPr lang="en-US" sz="2400">
              <a:latin typeface="Montserrat"/>
            </a:endParaRPr>
          </a:p>
        </p:txBody>
      </p:sp>
      <p:pic>
        <p:nvPicPr>
          <p:cNvPr id="5" name="Image 0" descr="/home/claude/familhao_Imagem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Sprint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/>
              </a:rPr>
              <a:t>#5</a:t>
            </a:r>
            <a:endParaRPr lang="en-US" sz="90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2926080" cy="2011680"/>
          </a:xfrm>
          <a:prstGeom prst="rect">
            <a:avLst/>
          </a:prstGeom>
          <a:solidFill>
            <a:srgbClr val="FEF2F2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2926080" cy="64008"/>
          </a:xfrm>
          <a:prstGeom prst="rect">
            <a:avLst/>
          </a:prstGeom>
          <a:solidFill>
            <a:srgbClr val="EE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4864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% </a:t>
            </a:r>
            <a:r>
              <a:rPr lang="en-US" sz="1200" b="1" err="1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Retrabalho</a:t>
            </a:r>
            <a:r>
              <a:rPr lang="en-US" sz="1200" b="1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548640" y="1691640"/>
            <a:ext cx="27432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EE0000"/>
                </a:solidFill>
                <a:latin typeface="Montserrat"/>
              </a:rPr>
              <a:t>35,14%</a:t>
            </a:r>
            <a:endParaRPr lang="en-US" sz="5200"/>
          </a:p>
        </p:txBody>
      </p:sp>
      <p:sp>
        <p:nvSpPr>
          <p:cNvPr id="13" name="Text 9"/>
          <p:cNvSpPr/>
          <p:nvPr/>
        </p:nvSpPr>
        <p:spPr>
          <a:xfrm>
            <a:off x="758952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Retrabalho por Frente e Causas</a:t>
            </a:r>
            <a:endParaRPr lang="en-US" sz="130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672961"/>
              </p:ext>
            </p:extLst>
          </p:nvPr>
        </p:nvGraphicFramePr>
        <p:xfrm>
          <a:off x="7589520" y="1508760"/>
          <a:ext cx="4114800" cy="210921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err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11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Horas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Principal Causa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Front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0h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___________________</a:t>
                      </a:r>
                    </a:p>
                    <a:p>
                      <a:pPr marL="0" lvl="0" indent="0" algn="ctr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Back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42h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A equipe de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desenvolvimento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ajustou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os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 scripts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utilizando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artefatos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provisórios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enquanto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aguardava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os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oficiais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7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TL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0h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___________________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QA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13h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>
                          <a:solidFill>
                            <a:srgbClr val="374151"/>
                          </a:solidFill>
                          <a:latin typeface="Calibri"/>
                          <a:ea typeface="Calibri"/>
                          <a:cs typeface="Calibri"/>
                        </a:rPr>
                        <a:t>A equipe de qualidade repetiu testes devido a ajustes nos scripts enquanto aguardava os artefatos oficiais.</a:t>
                      </a: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457200" y="333756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Ações Corretivas / Observações</a:t>
            </a:r>
            <a:endParaRPr lang="en-US" sz="1300"/>
          </a:p>
        </p:txBody>
      </p:sp>
      <p:sp>
        <p:nvSpPr>
          <p:cNvPr id="16" name="Shape 11"/>
          <p:cNvSpPr/>
          <p:nvPr/>
        </p:nvSpPr>
        <p:spPr>
          <a:xfrm>
            <a:off x="457200" y="3703320"/>
            <a:ext cx="11247120" cy="2651760"/>
          </a:xfrm>
          <a:prstGeom prst="rect">
            <a:avLst/>
          </a:prstGeom>
          <a:solidFill>
            <a:srgbClr val="EDE1F5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457200" y="3703320"/>
            <a:ext cx="109728" cy="2651760"/>
          </a:xfrm>
          <a:prstGeom prst="rect">
            <a:avLst/>
          </a:prstGeom>
          <a:solidFill>
            <a:srgbClr val="EE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685800" y="3749040"/>
            <a:ext cx="1088136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300" b="1">
                <a:solidFill>
                  <a:srgbClr val="666666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 xml:space="preserve">1. </a:t>
            </a:r>
            <a:r>
              <a:rPr lang="pt-BR" sz="1300">
                <a:solidFill>
                  <a:srgbClr val="666666"/>
                </a:solidFill>
                <a:latin typeface="Century Gothic"/>
              </a:rPr>
              <a:t>Retrabalho por frente: 55h no total, sendo 42h em Back-</a:t>
            </a:r>
            <a:r>
              <a:rPr lang="pt-BR" sz="1300" err="1">
                <a:solidFill>
                  <a:srgbClr val="666666"/>
                </a:solidFill>
                <a:latin typeface="Century Gothic"/>
              </a:rPr>
              <a:t>end</a:t>
            </a:r>
            <a:r>
              <a:rPr lang="pt-BR" sz="1300">
                <a:solidFill>
                  <a:srgbClr val="666666"/>
                </a:solidFill>
                <a:latin typeface="Century Gothic"/>
              </a:rPr>
              <a:t xml:space="preserve"> e 13h em QA. Isso representa 35,14% do impacto total de extras + retrabalho (156,5h)</a:t>
            </a:r>
            <a:endParaRPr lang="en-US" sz="1300">
              <a:latin typeface="Century Gothic"/>
            </a:endParaRPr>
          </a:p>
        </p:txBody>
      </p:sp>
      <p:graphicFrame>
        <p:nvGraphicFramePr>
          <p:cNvPr id="21" name="Chart 1">
            <a:extLst>
              <a:ext uri="{FF2B5EF4-FFF2-40B4-BE49-F238E27FC236}">
                <a16:creationId xmlns:a16="http://schemas.microsoft.com/office/drawing/2014/main" id="{9B99425C-9026-BDAA-39A3-DF440F73FC23}"/>
              </a:ext>
            </a:extLst>
          </p:cNvPr>
          <p:cNvGraphicFramePr/>
          <p:nvPr/>
        </p:nvGraphicFramePr>
        <p:xfrm>
          <a:off x="3566160" y="1143000"/>
          <a:ext cx="38404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488966-054A-64A2-1EF6-88709970B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F33870-1CA4-0258-6E7B-9D908016F2A1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3E2588-51D5-4DA8-DC18-C37C8C96F72A}"/>
              </a:ext>
            </a:extLst>
          </p:cNvPr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9ABB75-926B-6C04-88AD-D0959F1C81CD}"/>
              </a:ext>
            </a:extLst>
          </p:cNvPr>
          <p:cNvSpPr/>
          <p:nvPr/>
        </p:nvSpPr>
        <p:spPr>
          <a:xfrm>
            <a:off x="45720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Horas de </a:t>
            </a:r>
            <a:r>
              <a:rPr lang="en-US" sz="2400" b="1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Sobreaviso</a:t>
            </a:r>
            <a:r>
              <a:rPr lang="en-US" sz="2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 - Fluency</a:t>
            </a:r>
            <a:endParaRPr lang="en-US" sz="2400">
              <a:latin typeface="Montserrat"/>
            </a:endParaRPr>
          </a:p>
        </p:txBody>
      </p:sp>
      <p:pic>
        <p:nvPicPr>
          <p:cNvPr id="5" name="Image 0" descr="/home/claude/familhao_Imagem_6.png">
            <a:extLst>
              <a:ext uri="{FF2B5EF4-FFF2-40B4-BE49-F238E27FC236}">
                <a16:creationId xmlns:a16="http://schemas.microsoft.com/office/drawing/2014/main" id="{818F3C61-11AE-874D-6E98-0CB7F7DB9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2E824954-878D-C544-0E03-3F24037F6D70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9DD450F-3686-D7AA-CA12-34359A7A9226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Sprint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7030A0"/>
                </a:solidFill>
                <a:latin typeface="Century Gothic"/>
              </a:rPr>
              <a:t>#5</a:t>
            </a:r>
            <a:endParaRPr lang="en-US" sz="9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8BA0B74-D4CD-4D3E-7F47-C9E6CB08F2D6}"/>
              </a:ext>
            </a:extLst>
          </p:cNvPr>
          <p:cNvSpPr/>
          <p:nvPr/>
        </p:nvSpPr>
        <p:spPr>
          <a:xfrm>
            <a:off x="457200" y="1143000"/>
            <a:ext cx="2926080" cy="2011680"/>
          </a:xfrm>
          <a:prstGeom prst="rect">
            <a:avLst/>
          </a:prstGeom>
          <a:solidFill>
            <a:srgbClr val="FEF2F2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66DC73C-43FA-2E4A-4A82-4B6AC418AC29}"/>
              </a:ext>
            </a:extLst>
          </p:cNvPr>
          <p:cNvSpPr/>
          <p:nvPr/>
        </p:nvSpPr>
        <p:spPr>
          <a:xfrm>
            <a:off x="457200" y="1143000"/>
            <a:ext cx="2926080" cy="64008"/>
          </a:xfrm>
          <a:prstGeom prst="rect">
            <a:avLst/>
          </a:prstGeom>
          <a:solidFill>
            <a:srgbClr val="EE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8C6A15-DEDF-2B2C-6F3E-9C86B1D35C55}"/>
              </a:ext>
            </a:extLst>
          </p:cNvPr>
          <p:cNvSpPr/>
          <p:nvPr/>
        </p:nvSpPr>
        <p:spPr>
          <a:xfrm>
            <a:off x="54864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err="1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Sobreaviso</a:t>
            </a:r>
            <a:r>
              <a:rPr lang="en-US" sz="1200" b="1">
                <a:solidFill>
                  <a:srgbClr val="6666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 xml:space="preserve"> </a:t>
            </a:r>
            <a:endParaRPr lang="en-US" sz="12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DF767D3-68DF-2B13-0AA5-B97D959A0C67}"/>
              </a:ext>
            </a:extLst>
          </p:cNvPr>
          <p:cNvSpPr/>
          <p:nvPr/>
        </p:nvSpPr>
        <p:spPr>
          <a:xfrm>
            <a:off x="548640" y="1691640"/>
            <a:ext cx="27432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EE0000"/>
                </a:solidFill>
                <a:latin typeface="Montserrat"/>
              </a:rPr>
              <a:t>81,3</a:t>
            </a:r>
            <a:endParaRPr lang="en-US" sz="52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E9756AC-3DBF-48FC-56D6-1250E271B41C}"/>
              </a:ext>
            </a:extLst>
          </p:cNvPr>
          <p:cNvSpPr/>
          <p:nvPr/>
        </p:nvSpPr>
        <p:spPr>
          <a:xfrm>
            <a:off x="758952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Retrabalho por Frente e Causas</a:t>
            </a:r>
            <a:endParaRPr lang="en-US" sz="1300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343EC8AE-2499-A94D-3C16-28D712A18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610355"/>
              </p:ext>
            </p:extLst>
          </p:nvPr>
        </p:nvGraphicFramePr>
        <p:xfrm>
          <a:off x="7543800" y="1496568"/>
          <a:ext cx="4114800" cy="154228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err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1100" err="1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Horas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Principal Causa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TL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43,3h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8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>Acompanhamento da operação após o horário commercial.</a:t>
                      </a:r>
                    </a:p>
                    <a:p>
                      <a:pPr marL="0" lvl="0" indent="0" algn="ctr">
                        <a:buNone/>
                      </a:pPr>
                      <a:r>
                        <a:rPr lang="en-US" sz="8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2ª a 6ª  - 18hs ás 22hs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Sábado, Domingo e Feriado - 07hs ás 22hs</a:t>
                      </a:r>
                    </a:p>
                    <a:p>
                      <a:pPr marL="0" lvl="0" indent="0" algn="ctr">
                        <a:buNone/>
                      </a:pPr>
                      <a:endParaRPr lang="en-US" sz="800" b="0" i="0" u="none" strike="noStrike" noProof="0">
                        <a:solidFill>
                          <a:srgbClr val="374151"/>
                        </a:solidFill>
                        <a:latin typeface="+mn-lt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Back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38h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>Acompanhamento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da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>operação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>após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o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>horário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commercial.</a:t>
                      </a:r>
                    </a:p>
                    <a:p>
                      <a:pPr marL="0" lvl="0" indent="0" algn="ctr">
                        <a:buNone/>
                      </a:pP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2ª a 6ª  - 19hs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>ás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22hs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Sábado, Domingo e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>Feriado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- 07hs </a:t>
                      </a:r>
                      <a:r>
                        <a:rPr lang="en-US" sz="700" b="0" i="0" u="none" strike="noStrike" noProof="0" err="1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>ás</a:t>
                      </a:r>
                      <a:r>
                        <a:rPr lang="en-US" sz="700" b="0" i="0" u="none" strike="noStrike" noProof="0">
                          <a:solidFill>
                            <a:srgbClr val="374151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 22hs</a:t>
                      </a: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0">
            <a:extLst>
              <a:ext uri="{FF2B5EF4-FFF2-40B4-BE49-F238E27FC236}">
                <a16:creationId xmlns:a16="http://schemas.microsoft.com/office/drawing/2014/main" id="{13FB4AAD-45F4-0198-83B5-AE233E7533D8}"/>
              </a:ext>
            </a:extLst>
          </p:cNvPr>
          <p:cNvSpPr/>
          <p:nvPr/>
        </p:nvSpPr>
        <p:spPr>
          <a:xfrm>
            <a:off x="457200" y="333756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703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Ações Corretivas / Observações</a:t>
            </a:r>
            <a:endParaRPr lang="en-US" sz="130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926B413-3501-97CC-D778-5168329201EB}"/>
              </a:ext>
            </a:extLst>
          </p:cNvPr>
          <p:cNvSpPr/>
          <p:nvPr/>
        </p:nvSpPr>
        <p:spPr>
          <a:xfrm>
            <a:off x="457200" y="3703320"/>
            <a:ext cx="11247120" cy="2651760"/>
          </a:xfrm>
          <a:prstGeom prst="rect">
            <a:avLst/>
          </a:prstGeom>
          <a:solidFill>
            <a:srgbClr val="EDE1F5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333CD681-70D8-CAFA-B615-A2B695AAEBE1}"/>
              </a:ext>
            </a:extLst>
          </p:cNvPr>
          <p:cNvSpPr/>
          <p:nvPr/>
        </p:nvSpPr>
        <p:spPr>
          <a:xfrm>
            <a:off x="457200" y="3703320"/>
            <a:ext cx="109728" cy="2651760"/>
          </a:xfrm>
          <a:prstGeom prst="rect">
            <a:avLst/>
          </a:prstGeom>
          <a:solidFill>
            <a:srgbClr val="EE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1256916-9606-8F1B-59CD-FC6A61485389}"/>
              </a:ext>
            </a:extLst>
          </p:cNvPr>
          <p:cNvSpPr/>
          <p:nvPr/>
        </p:nvSpPr>
        <p:spPr>
          <a:xfrm>
            <a:off x="685800" y="3749040"/>
            <a:ext cx="1088136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300" b="1">
                <a:solidFill>
                  <a:srgbClr val="666666"/>
                </a:solidFill>
                <a:latin typeface="Century Gothic"/>
                <a:ea typeface="Century Gothic" pitchFamily="34" charset="-122"/>
                <a:cs typeface="Century Gothic" pitchFamily="34" charset="-120"/>
              </a:rPr>
              <a:t xml:space="preserve">1. </a:t>
            </a:r>
            <a:r>
              <a:rPr lang="pt-BR" sz="1300">
                <a:solidFill>
                  <a:srgbClr val="666666"/>
                </a:solidFill>
                <a:latin typeface="Century Gothic"/>
              </a:rPr>
              <a:t>Feriado em 21/04/2026</a:t>
            </a:r>
            <a:endParaRPr lang="en-US" sz="1300">
              <a:latin typeface="Century Gothic"/>
            </a:endParaRPr>
          </a:p>
        </p:txBody>
      </p:sp>
      <p:graphicFrame>
        <p:nvGraphicFramePr>
          <p:cNvPr id="12" name="Chart 1">
            <a:extLst>
              <a:ext uri="{FF2B5EF4-FFF2-40B4-BE49-F238E27FC236}">
                <a16:creationId xmlns:a16="http://schemas.microsoft.com/office/drawing/2014/main" id="{372BE274-5514-A15C-F799-FFB6C6F97F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5454756"/>
              </p:ext>
            </p:extLst>
          </p:nvPr>
        </p:nvGraphicFramePr>
        <p:xfrm>
          <a:off x="3566160" y="1214628"/>
          <a:ext cx="38404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18773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912B6-751A-6C23-D4C6-883F9AD3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F79FA3-4950-207F-CE92-39D7F229019B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1671E9-F481-3325-8073-2214E28721A8}"/>
              </a:ext>
            </a:extLst>
          </p:cNvPr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ontserrat"/>
              </a:rPr>
              <a:t>04</a:t>
            </a:r>
            <a:endParaRPr lang="en-US" sz="2800"/>
          </a:p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995C34-4C67-1298-3412-B5D9D3F43B6F}"/>
              </a:ext>
            </a:extLst>
          </p:cNvPr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B68C3B-AD32-99D4-15E8-614DDAFFF329}"/>
              </a:ext>
            </a:extLst>
          </p:cNvPr>
          <p:cNvSpPr/>
          <p:nvPr/>
        </p:nvSpPr>
        <p:spPr>
          <a:xfrm>
            <a:off x="1737360" y="2011680"/>
            <a:ext cx="97138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err="1">
                <a:solidFill>
                  <a:srgbClr val="FFFFFF"/>
                </a:solidFill>
                <a:latin typeface="Montserrat"/>
              </a:rPr>
              <a:t>Detalhamento</a:t>
            </a:r>
            <a:r>
              <a:rPr lang="en-US" sz="3800" b="1">
                <a:solidFill>
                  <a:srgbClr val="FFFFFF"/>
                </a:solidFill>
                <a:latin typeface="Montserrat"/>
              </a:rPr>
              <a:t xml:space="preserve"> dos Bugs #24</a:t>
            </a:r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4607AC-F8C3-B452-5125-B8FF672E8EC0}"/>
              </a:ext>
            </a:extLst>
          </p:cNvPr>
          <p:cNvSpPr/>
          <p:nvPr/>
        </p:nvSpPr>
        <p:spPr>
          <a:xfrm>
            <a:off x="1737360" y="3063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>
              <a:solidFill>
                <a:srgbClr val="6ECBBF"/>
              </a:solidFill>
              <a:latin typeface="Century Gothic"/>
            </a:endParaRPr>
          </a:p>
        </p:txBody>
      </p:sp>
      <p:pic>
        <p:nvPicPr>
          <p:cNvPr id="7" name="Image 0" descr="/home/claude/familhao_Imagem_6.png">
            <a:extLst>
              <a:ext uri="{FF2B5EF4-FFF2-40B4-BE49-F238E27FC236}">
                <a16:creationId xmlns:a16="http://schemas.microsoft.com/office/drawing/2014/main" id="{630E2238-B171-B703-FE4D-BEA166E05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943600"/>
            <a:ext cx="173736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92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F91C-8695-0D64-CD25-3BD21E54F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E1CFA0-C9E7-9CE5-C92F-B097237215D5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30A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CCD846-CF97-8CF6-6496-EDC581BEAA04}"/>
              </a:ext>
            </a:extLst>
          </p:cNvPr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6ECB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8FEAC3-0B6D-CF12-313B-86D4C568C9BB}"/>
              </a:ext>
            </a:extLst>
          </p:cNvPr>
          <p:cNvSpPr/>
          <p:nvPr/>
        </p:nvSpPr>
        <p:spPr>
          <a:xfrm>
            <a:off x="457200" y="0"/>
            <a:ext cx="9144000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 dirty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 xml:space="preserve">Bugs </a:t>
            </a:r>
            <a:r>
              <a:rPr lang="en-US" sz="24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Atuados</a:t>
            </a:r>
            <a:r>
              <a:rPr lang="en-US" sz="2400" b="1" i="0" u="none" strike="noStrike" kern="1200" cap="none" spc="0" baseline="0" dirty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 xml:space="preserve"> – VERSÃO 1</a:t>
            </a:r>
            <a:endParaRPr lang="en-US" sz="2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0" descr="/home/claude/familhao_Imagem_6.png">
            <a:extLst>
              <a:ext uri="{FF2B5EF4-FFF2-40B4-BE49-F238E27FC236}">
                <a16:creationId xmlns:a16="http://schemas.microsoft.com/office/drawing/2014/main" id="{9FFAE68B-E1BB-C939-0159-D59D55BE0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E1517590-31C5-AA27-4D08-49090F59F843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0D88FE9-AC39-AF63-17B6-A9CC164BDEF7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7030A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Sprint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7030A0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#24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BC34076-C2CB-ABFB-9CCE-BECA4050B24E}"/>
              </a:ext>
            </a:extLst>
          </p:cNvPr>
          <p:cNvSpPr/>
          <p:nvPr/>
        </p:nvSpPr>
        <p:spPr>
          <a:xfrm>
            <a:off x="45720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B2290CC-00DD-7B3B-ECFB-9CC21ED8161F}"/>
              </a:ext>
            </a:extLst>
          </p:cNvPr>
          <p:cNvSpPr/>
          <p:nvPr/>
        </p:nvSpPr>
        <p:spPr>
          <a:xfrm>
            <a:off x="457200" y="1143000"/>
            <a:ext cx="2606039" cy="64008"/>
          </a:xfrm>
          <a:prstGeom prst="rect">
            <a:avLst/>
          </a:prstGeom>
          <a:solidFill>
            <a:srgbClr val="EE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B2AEED1-138C-50BF-34D2-B6EB8DC39593}"/>
              </a:ext>
            </a:extLst>
          </p:cNvPr>
          <p:cNvSpPr/>
          <p:nvPr/>
        </p:nvSpPr>
        <p:spPr>
          <a:xfrm>
            <a:off x="54864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Total de Bugs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FBCAB7B-915F-A96B-41A0-970D2982C8B1}"/>
              </a:ext>
            </a:extLst>
          </p:cNvPr>
          <p:cNvSpPr/>
          <p:nvPr/>
        </p:nvSpPr>
        <p:spPr>
          <a:xfrm>
            <a:off x="54864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 dirty="0">
                <a:solidFill>
                  <a:srgbClr val="EE0000"/>
                </a:solidFill>
                <a:uFillTx/>
                <a:latin typeface="Montserrat"/>
              </a:rPr>
              <a:t>26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5A77C52-6D5C-2E5A-4CC7-E96D7E22E241}"/>
              </a:ext>
            </a:extLst>
          </p:cNvPr>
          <p:cNvSpPr/>
          <p:nvPr/>
        </p:nvSpPr>
        <p:spPr>
          <a:xfrm>
            <a:off x="329184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3930851-685D-4C6A-494D-AF6A36118285}"/>
              </a:ext>
            </a:extLst>
          </p:cNvPr>
          <p:cNvSpPr/>
          <p:nvPr/>
        </p:nvSpPr>
        <p:spPr>
          <a:xfrm>
            <a:off x="3291840" y="1143000"/>
            <a:ext cx="2606039" cy="64008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6353B11-ECA0-D846-879C-605C66EFA09E}"/>
              </a:ext>
            </a:extLst>
          </p:cNvPr>
          <p:cNvSpPr/>
          <p:nvPr/>
        </p:nvSpPr>
        <p:spPr>
          <a:xfrm>
            <a:off x="338328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Resolvidos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BDB909B-0076-3228-404F-8986E5A4D799}"/>
              </a:ext>
            </a:extLst>
          </p:cNvPr>
          <p:cNvSpPr/>
          <p:nvPr/>
        </p:nvSpPr>
        <p:spPr>
          <a:xfrm>
            <a:off x="338328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>
                <a:solidFill>
                  <a:srgbClr val="10B981"/>
                </a:solidFill>
                <a:uFillTx/>
                <a:latin typeface="Montserrat"/>
              </a:rPr>
              <a:t>5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971B863-68C4-BC67-4DFF-F0F7A362A176}"/>
              </a:ext>
            </a:extLst>
          </p:cNvPr>
          <p:cNvSpPr/>
          <p:nvPr/>
        </p:nvSpPr>
        <p:spPr>
          <a:xfrm>
            <a:off x="612648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421D92D-074E-F3D0-1524-A7B2D5CCF9BC}"/>
              </a:ext>
            </a:extLst>
          </p:cNvPr>
          <p:cNvSpPr/>
          <p:nvPr/>
        </p:nvSpPr>
        <p:spPr>
          <a:xfrm>
            <a:off x="6126480" y="1143000"/>
            <a:ext cx="2606039" cy="64008"/>
          </a:xfrm>
          <a:prstGeom prst="rect">
            <a:avLst/>
          </a:prstGeom>
          <a:solidFill>
            <a:srgbClr val="FFC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E7FBC46-947A-A4D5-7B62-58F299CC3582}"/>
              </a:ext>
            </a:extLst>
          </p:cNvPr>
          <p:cNvSpPr/>
          <p:nvPr/>
        </p:nvSpPr>
        <p:spPr>
          <a:xfrm>
            <a:off x="621792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Em Aberto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2DEA66D-1029-591C-627A-C89F947E8AC9}"/>
              </a:ext>
            </a:extLst>
          </p:cNvPr>
          <p:cNvSpPr/>
          <p:nvPr/>
        </p:nvSpPr>
        <p:spPr>
          <a:xfrm>
            <a:off x="621792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 dirty="0">
                <a:solidFill>
                  <a:srgbClr val="FFC000"/>
                </a:solidFill>
                <a:uFillTx/>
                <a:latin typeface="Montserrat"/>
              </a:rPr>
              <a:t>21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4E47742-E185-8398-2157-260583815CE5}"/>
              </a:ext>
            </a:extLst>
          </p:cNvPr>
          <p:cNvSpPr/>
          <p:nvPr/>
        </p:nvSpPr>
        <p:spPr>
          <a:xfrm>
            <a:off x="896112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EF8C8B66-3A1C-2221-9519-AAD914EF96B6}"/>
              </a:ext>
            </a:extLst>
          </p:cNvPr>
          <p:cNvSpPr/>
          <p:nvPr/>
        </p:nvSpPr>
        <p:spPr>
          <a:xfrm>
            <a:off x="8961120" y="1143000"/>
            <a:ext cx="2606039" cy="64008"/>
          </a:xfrm>
          <a:prstGeom prst="rect">
            <a:avLst/>
          </a:prstGeom>
          <a:solidFill>
            <a:srgbClr val="EE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B5549AD-4C43-BBF9-A873-E7364A1C0F3F}"/>
              </a:ext>
            </a:extLst>
          </p:cNvPr>
          <p:cNvSpPr/>
          <p:nvPr/>
        </p:nvSpPr>
        <p:spPr>
          <a:xfrm>
            <a:off x="905256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Críticos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636D07C-F3E0-1309-9263-F36CC0020D87}"/>
              </a:ext>
            </a:extLst>
          </p:cNvPr>
          <p:cNvSpPr/>
          <p:nvPr/>
        </p:nvSpPr>
        <p:spPr>
          <a:xfrm>
            <a:off x="905256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>
                <a:solidFill>
                  <a:srgbClr val="EE0000"/>
                </a:solidFill>
                <a:uFillTx/>
                <a:latin typeface="Montserrat"/>
              </a:rPr>
              <a:t>0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1507E6C-A550-8609-8DBB-027621886083}"/>
              </a:ext>
            </a:extLst>
          </p:cNvPr>
          <p:cNvSpPr/>
          <p:nvPr/>
        </p:nvSpPr>
        <p:spPr>
          <a:xfrm>
            <a:off x="457200" y="2743200"/>
            <a:ext cx="1124712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030A0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Lista de Bugs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aphicFrame>
        <p:nvGraphicFramePr>
          <p:cNvPr id="25" name="Table 0">
            <a:extLst>
              <a:ext uri="{FF2B5EF4-FFF2-40B4-BE49-F238E27FC236}">
                <a16:creationId xmlns:a16="http://schemas.microsoft.com/office/drawing/2014/main" id="{353F4C5D-9FED-C11A-1906-884E1544E1E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108959"/>
          <a:ext cx="11109960" cy="327007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29102">
                  <a:extLst>
                    <a:ext uri="{9D8B030D-6E8A-4147-A177-3AD203B41FA5}">
                      <a16:colId xmlns:a16="http://schemas.microsoft.com/office/drawing/2014/main" val="2268772516"/>
                    </a:ext>
                  </a:extLst>
                </a:gridCol>
                <a:gridCol w="3482226">
                  <a:extLst>
                    <a:ext uri="{9D8B030D-6E8A-4147-A177-3AD203B41FA5}">
                      <a16:colId xmlns:a16="http://schemas.microsoft.com/office/drawing/2014/main" val="3679179050"/>
                    </a:ext>
                  </a:extLst>
                </a:gridCol>
                <a:gridCol w="1658203">
                  <a:extLst>
                    <a:ext uri="{9D8B030D-6E8A-4147-A177-3AD203B41FA5}">
                      <a16:colId xmlns:a16="http://schemas.microsoft.com/office/drawing/2014/main" val="1426432966"/>
                    </a:ext>
                  </a:extLst>
                </a:gridCol>
                <a:gridCol w="1658203">
                  <a:extLst>
                    <a:ext uri="{9D8B030D-6E8A-4147-A177-3AD203B41FA5}">
                      <a16:colId xmlns:a16="http://schemas.microsoft.com/office/drawing/2014/main" val="3564153953"/>
                    </a:ext>
                  </a:extLst>
                </a:gridCol>
                <a:gridCol w="1741113">
                  <a:extLst>
                    <a:ext uri="{9D8B030D-6E8A-4147-A177-3AD203B41FA5}">
                      <a16:colId xmlns:a16="http://schemas.microsoft.com/office/drawing/2014/main" val="3735809657"/>
                    </a:ext>
                  </a:extLst>
                </a:gridCol>
                <a:gridCol w="1741113">
                  <a:extLst>
                    <a:ext uri="{9D8B030D-6E8A-4147-A177-3AD203B41FA5}">
                      <a16:colId xmlns:a16="http://schemas.microsoft.com/office/drawing/2014/main" val="2096733926"/>
                    </a:ext>
                  </a:extLst>
                </a:gridCol>
              </a:tblGrid>
              <a:tr h="53426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Título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Severidade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Tempo Gasto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3369"/>
                  </a:ext>
                </a:extLst>
              </a:tr>
              <a:tr h="53426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#1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</a:rPr>
                        <a:t>Erro post identity.familhao</a:t>
                      </a:r>
                      <a:endParaRPr lang="pt-BR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Média</a:t>
                      </a: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Front/TL/QA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 xml:space="preserve">✔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Resolvido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400" b="1" dirty="0"/>
                    </a:p>
                    <a:p>
                      <a:pPr marL="0" lvl="0" indent="0" algn="ctr">
                        <a:buNone/>
                      </a:pPr>
                      <a:r>
                        <a:rPr lang="en-US" sz="1400" b="1" dirty="0"/>
                        <a:t>Total: 19h</a:t>
                      </a:r>
                    </a:p>
                  </a:txBody>
                  <a:tcPr anchor="ctr"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6112"/>
                  </a:ext>
                </a:extLst>
              </a:tr>
              <a:tr h="53426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#2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</a:rPr>
                        <a:t>Sessão p/ usuário informar troca de número de celular não está sendo exibida na área deslogada</a:t>
                      </a:r>
                      <a:endParaRPr lang="pt-BR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Média</a:t>
                      </a:r>
                      <a:endParaRPr lang="pt-BR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Front/TL/QA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✔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Resolvido</a:t>
                      </a:r>
                      <a:endParaRPr lang="pt-BR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pt-BR" dirty="0"/>
                    </a:p>
                  </a:txBody>
                  <a:tcPr anchor="ctr"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48748"/>
                  </a:ext>
                </a:extLst>
              </a:tr>
              <a:tr h="53426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#3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</a:rPr>
                        <a:t>[FRONT] Botão "Troca de telefone" está sendo apresentado em alguns circurnstância no OTP.</a:t>
                      </a:r>
                      <a:endParaRPr lang="pt-BR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Média</a:t>
                      </a:r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Front/TL/QA</a:t>
                      </a:r>
                      <a:endParaRPr lang="pt-BR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 xml:space="preserve">✔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Resolvido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79651"/>
                  </a:ext>
                </a:extLst>
              </a:tr>
              <a:tr h="59874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#4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</a:rPr>
                        <a:t>[FRONT] Ao acessar o auth/login e informar um telefone não cadastro, sistema apresenta excessão</a:t>
                      </a:r>
                      <a:endParaRPr lang="pt-BR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Média</a:t>
                      </a:r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Front/TL/QA</a:t>
                      </a:r>
                      <a:endParaRPr lang="pt-BR" b="0" i="0" u="none" strike="noStrik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 xml:space="preserve">✔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Resolvido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274632"/>
                  </a:ext>
                </a:extLst>
              </a:tr>
              <a:tr h="53426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#5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</a:rPr>
                        <a:t>familhao.com/virginia-cadastro com fluxo quebrado</a:t>
                      </a:r>
                      <a:endParaRPr lang="pt-BR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Média</a:t>
                      </a:r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Front/TL/QA</a:t>
                      </a:r>
                      <a:endParaRPr lang="pt-BR" b="0" i="0" u="none" strike="noStrik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 xml:space="preserve">✔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Resolvido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981718"/>
                  </a:ext>
                </a:extLst>
              </a:tr>
            </a:tbl>
          </a:graphicData>
        </a:graphic>
      </p:graphicFrame>
      <p:sp>
        <p:nvSpPr>
          <p:cNvPr id="26" name="CaixaDeTexto 25">
            <a:extLst>
              <a:ext uri="{FF2B5EF4-FFF2-40B4-BE49-F238E27FC236}">
                <a16:creationId xmlns:a16="http://schemas.microsoft.com/office/drawing/2014/main" id="{3580AA6F-51A8-553F-7E22-A934A1751A63}"/>
              </a:ext>
            </a:extLst>
          </p:cNvPr>
          <p:cNvSpPr txBox="1"/>
          <p:nvPr/>
        </p:nvSpPr>
        <p:spPr>
          <a:xfrm>
            <a:off x="6170318" y="2578425"/>
            <a:ext cx="2616331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ea typeface="Calibri"/>
                <a:cs typeface="Calibri"/>
              </a:rPr>
              <a:t>**Abertos durante a Sprint: 8</a:t>
            </a:r>
          </a:p>
        </p:txBody>
      </p:sp>
    </p:spTree>
    <p:extLst>
      <p:ext uri="{BB962C8B-B14F-4D97-AF65-F5344CB8AC3E}">
        <p14:creationId xmlns:p14="http://schemas.microsoft.com/office/powerpoint/2010/main" val="2558511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368B55-7285-31CE-8092-E35FDC16234A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30A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90E0AD6-A5F0-9075-A94F-6AEA2CAF2B22}"/>
              </a:ext>
            </a:extLst>
          </p:cNvPr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6ECB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171738-CDAD-AB5E-28F3-79FF5C712042}"/>
              </a:ext>
            </a:extLst>
          </p:cNvPr>
          <p:cNvSpPr/>
          <p:nvPr/>
        </p:nvSpPr>
        <p:spPr>
          <a:xfrm>
            <a:off x="457200" y="0"/>
            <a:ext cx="9144000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 dirty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 xml:space="preserve">Bugs </a:t>
            </a:r>
            <a:r>
              <a:rPr lang="en-US" sz="24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Atuados</a:t>
            </a:r>
            <a:r>
              <a:rPr lang="en-US" sz="2400" b="1" i="0" u="none" strike="noStrike" kern="1200" cap="none" spc="0" baseline="0" dirty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 xml:space="preserve"> – VERSÃO 2</a:t>
            </a:r>
            <a:endParaRPr lang="en-US" sz="2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0" descr="/home/claude/familhao_Imagem_6.png">
            <a:extLst>
              <a:ext uri="{FF2B5EF4-FFF2-40B4-BE49-F238E27FC236}">
                <a16:creationId xmlns:a16="http://schemas.microsoft.com/office/drawing/2014/main" id="{64F2D563-B147-602C-5A50-CCC1BADA2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CE974ACA-38D3-FECE-62D9-6FEF79BCD5DD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5B761EA-7D4D-82A1-6CCF-815858E25C5D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7030A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Sprint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7030A0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#24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AFA06BA-DC14-8F9D-AA25-F5A9F78D3901}"/>
              </a:ext>
            </a:extLst>
          </p:cNvPr>
          <p:cNvSpPr/>
          <p:nvPr/>
        </p:nvSpPr>
        <p:spPr>
          <a:xfrm>
            <a:off x="45720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BF992AE-7F66-37A4-A3F2-6AC94F2C7981}"/>
              </a:ext>
            </a:extLst>
          </p:cNvPr>
          <p:cNvSpPr/>
          <p:nvPr/>
        </p:nvSpPr>
        <p:spPr>
          <a:xfrm>
            <a:off x="457200" y="1143000"/>
            <a:ext cx="2606039" cy="64008"/>
          </a:xfrm>
          <a:prstGeom prst="rect">
            <a:avLst/>
          </a:prstGeom>
          <a:solidFill>
            <a:srgbClr val="EE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0877A21-690E-E9E4-B584-7FFE963C406C}"/>
              </a:ext>
            </a:extLst>
          </p:cNvPr>
          <p:cNvSpPr/>
          <p:nvPr/>
        </p:nvSpPr>
        <p:spPr>
          <a:xfrm>
            <a:off x="54864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Total de Bugs Em Aberto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637017D-9240-B5C9-9B17-0D7527C9DBD9}"/>
              </a:ext>
            </a:extLst>
          </p:cNvPr>
          <p:cNvSpPr/>
          <p:nvPr/>
        </p:nvSpPr>
        <p:spPr>
          <a:xfrm>
            <a:off x="54864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 dirty="0">
                <a:solidFill>
                  <a:srgbClr val="EE0000"/>
                </a:solidFill>
                <a:uFillTx/>
                <a:latin typeface="Montserrat"/>
              </a:rPr>
              <a:t>21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A425F5E-6F0A-CAA2-0AB3-E2880FA66865}"/>
              </a:ext>
            </a:extLst>
          </p:cNvPr>
          <p:cNvSpPr/>
          <p:nvPr/>
        </p:nvSpPr>
        <p:spPr>
          <a:xfrm>
            <a:off x="329184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EE1647F-EBE6-444D-7D77-09716B5C872C}"/>
              </a:ext>
            </a:extLst>
          </p:cNvPr>
          <p:cNvSpPr/>
          <p:nvPr/>
        </p:nvSpPr>
        <p:spPr>
          <a:xfrm>
            <a:off x="3291840" y="1143000"/>
            <a:ext cx="2606039" cy="64008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D983BE4-5B8B-2347-AFDE-E06D0E259749}"/>
              </a:ext>
            </a:extLst>
          </p:cNvPr>
          <p:cNvSpPr/>
          <p:nvPr/>
        </p:nvSpPr>
        <p:spPr>
          <a:xfrm>
            <a:off x="338328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 err="1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Resolvidos</a:t>
            </a:r>
            <a:endParaRPr lang="en-US" sz="1100" b="0" i="0" u="none" strike="noStrike" kern="1200" cap="none" spc="0" baseline="0" dirty="0" err="1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0A3B2C7-F3CD-B4E6-76CD-ACB005558C86}"/>
              </a:ext>
            </a:extLst>
          </p:cNvPr>
          <p:cNvSpPr/>
          <p:nvPr/>
        </p:nvSpPr>
        <p:spPr>
          <a:xfrm>
            <a:off x="338328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>
                <a:solidFill>
                  <a:srgbClr val="10B981"/>
                </a:solidFill>
                <a:uFillTx/>
                <a:latin typeface="Montserrat"/>
              </a:rPr>
              <a:t>5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C1791F1-0BFD-401F-F85F-900DF6268FCD}"/>
              </a:ext>
            </a:extLst>
          </p:cNvPr>
          <p:cNvSpPr/>
          <p:nvPr/>
        </p:nvSpPr>
        <p:spPr>
          <a:xfrm>
            <a:off x="612648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DF2AE6E-4129-D3B1-7639-B49F873B291C}"/>
              </a:ext>
            </a:extLst>
          </p:cNvPr>
          <p:cNvSpPr/>
          <p:nvPr/>
        </p:nvSpPr>
        <p:spPr>
          <a:xfrm>
            <a:off x="6126480" y="1143000"/>
            <a:ext cx="2606039" cy="64008"/>
          </a:xfrm>
          <a:prstGeom prst="rect">
            <a:avLst/>
          </a:prstGeom>
          <a:solidFill>
            <a:srgbClr val="FFC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69F726D-F4C0-BE3F-FBF8-C438F5AC6EFD}"/>
              </a:ext>
            </a:extLst>
          </p:cNvPr>
          <p:cNvSpPr/>
          <p:nvPr/>
        </p:nvSpPr>
        <p:spPr>
          <a:xfrm>
            <a:off x="621792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 err="1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Aberto</a:t>
            </a:r>
            <a:r>
              <a:rPr lang="en-US" sz="1100" b="1" dirty="0" err="1">
                <a:solidFill>
                  <a:srgbClr val="666666"/>
                </a:solidFill>
                <a:latin typeface="Century Gothic" pitchFamily="34"/>
                <a:ea typeface="Century Gothic" pitchFamily="34"/>
                <a:cs typeface="Century Gothic" pitchFamily="34"/>
              </a:rPr>
              <a:t>s</a:t>
            </a:r>
            <a:r>
              <a:rPr lang="en-US" sz="1100" b="1" dirty="0">
                <a:solidFill>
                  <a:srgbClr val="666666"/>
                </a:solidFill>
                <a:latin typeface="Century Gothic" pitchFamily="34"/>
                <a:ea typeface="Century Gothic" pitchFamily="34"/>
                <a:cs typeface="Century Gothic" pitchFamily="34"/>
              </a:rPr>
              <a:t xml:space="preserve"> (</a:t>
            </a:r>
            <a:r>
              <a:rPr lang="en-US" sz="1100" b="1" dirty="0" err="1">
                <a:solidFill>
                  <a:srgbClr val="666666"/>
                </a:solidFill>
                <a:latin typeface="Century Gothic" pitchFamily="34"/>
                <a:ea typeface="Century Gothic" pitchFamily="34"/>
                <a:cs typeface="Century Gothic" pitchFamily="34"/>
              </a:rPr>
              <a:t>na</a:t>
            </a:r>
            <a:r>
              <a:rPr lang="en-US" sz="1100" b="1" dirty="0">
                <a:solidFill>
                  <a:srgbClr val="666666"/>
                </a:solidFill>
                <a:latin typeface="Century Gothic" pitchFamily="34"/>
                <a:ea typeface="Century Gothic" pitchFamily="34"/>
                <a:cs typeface="Century Gothic" pitchFamily="34"/>
              </a:rPr>
              <a:t xml:space="preserve"> Sprint)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309D237-1CAE-BC90-8BE3-3F712E2C735E}"/>
              </a:ext>
            </a:extLst>
          </p:cNvPr>
          <p:cNvSpPr/>
          <p:nvPr/>
        </p:nvSpPr>
        <p:spPr>
          <a:xfrm>
            <a:off x="621792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 dirty="0">
                <a:solidFill>
                  <a:srgbClr val="FFC000"/>
                </a:solidFill>
                <a:uFillTx/>
                <a:latin typeface="Montserrat"/>
              </a:rPr>
              <a:t>8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D6ED18E-6CF0-E0AB-AE4E-74B784AE8C85}"/>
              </a:ext>
            </a:extLst>
          </p:cNvPr>
          <p:cNvSpPr/>
          <p:nvPr/>
        </p:nvSpPr>
        <p:spPr>
          <a:xfrm>
            <a:off x="896112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57C5F644-3E42-BD38-31E9-CF1ACD6CB607}"/>
              </a:ext>
            </a:extLst>
          </p:cNvPr>
          <p:cNvSpPr/>
          <p:nvPr/>
        </p:nvSpPr>
        <p:spPr>
          <a:xfrm>
            <a:off x="8961120" y="1143000"/>
            <a:ext cx="2606039" cy="64008"/>
          </a:xfrm>
          <a:prstGeom prst="rect">
            <a:avLst/>
          </a:prstGeom>
          <a:solidFill>
            <a:srgbClr val="EE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6B50E29-2F01-6D3F-35F1-BC8BBDBB4667}"/>
              </a:ext>
            </a:extLst>
          </p:cNvPr>
          <p:cNvSpPr/>
          <p:nvPr/>
        </p:nvSpPr>
        <p:spPr>
          <a:xfrm>
            <a:off x="905256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 err="1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Críticos</a:t>
            </a:r>
            <a:endParaRPr lang="en-US" sz="1100" b="0" i="0" u="none" strike="noStrike" kern="1200" cap="none" spc="0" baseline="0" dirty="0" err="1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C7F083D-B82C-FF72-696A-155D754F3AF7}"/>
              </a:ext>
            </a:extLst>
          </p:cNvPr>
          <p:cNvSpPr/>
          <p:nvPr/>
        </p:nvSpPr>
        <p:spPr>
          <a:xfrm>
            <a:off x="905256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>
                <a:solidFill>
                  <a:srgbClr val="EE0000"/>
                </a:solidFill>
                <a:uFillTx/>
                <a:latin typeface="Montserrat"/>
              </a:rPr>
              <a:t>0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05CA30C-ACBA-213B-137E-7F226813E9F1}"/>
              </a:ext>
            </a:extLst>
          </p:cNvPr>
          <p:cNvSpPr/>
          <p:nvPr/>
        </p:nvSpPr>
        <p:spPr>
          <a:xfrm>
            <a:off x="457200" y="2743200"/>
            <a:ext cx="1124712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030A0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Lista de Bugs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aphicFrame>
        <p:nvGraphicFramePr>
          <p:cNvPr id="25" name="Table 0">
            <a:extLst>
              <a:ext uri="{FF2B5EF4-FFF2-40B4-BE49-F238E27FC236}">
                <a16:creationId xmlns:a16="http://schemas.microsoft.com/office/drawing/2014/main" id="{A1D3552D-EC60-CCA1-868D-996F4BC55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062398"/>
              </p:ext>
            </p:extLst>
          </p:nvPr>
        </p:nvGraphicFramePr>
        <p:xfrm>
          <a:off x="457200" y="3008377"/>
          <a:ext cx="11018520" cy="34751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22278">
                  <a:extLst>
                    <a:ext uri="{9D8B030D-6E8A-4147-A177-3AD203B41FA5}">
                      <a16:colId xmlns:a16="http://schemas.microsoft.com/office/drawing/2014/main" val="2268772516"/>
                    </a:ext>
                  </a:extLst>
                </a:gridCol>
                <a:gridCol w="3880351">
                  <a:extLst>
                    <a:ext uri="{9D8B030D-6E8A-4147-A177-3AD203B41FA5}">
                      <a16:colId xmlns:a16="http://schemas.microsoft.com/office/drawing/2014/main" val="367917905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426432966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3564153953"/>
                    </a:ext>
                  </a:extLst>
                </a:gridCol>
                <a:gridCol w="1534886">
                  <a:extLst>
                    <a:ext uri="{9D8B030D-6E8A-4147-A177-3AD203B41FA5}">
                      <a16:colId xmlns:a16="http://schemas.microsoft.com/office/drawing/2014/main" val="3735809657"/>
                    </a:ext>
                  </a:extLst>
                </a:gridCol>
                <a:gridCol w="1613263">
                  <a:extLst>
                    <a:ext uri="{9D8B030D-6E8A-4147-A177-3AD203B41FA5}">
                      <a16:colId xmlns:a16="http://schemas.microsoft.com/office/drawing/2014/main" val="994722807"/>
                    </a:ext>
                  </a:extLst>
                </a:gridCol>
              </a:tblGrid>
              <a:tr h="54630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Título</a:t>
                      </a:r>
                      <a:endParaRPr lang="en-US" sz="1100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Severidade</a:t>
                      </a:r>
                      <a:endParaRPr lang="en-US" sz="1100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1100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Tempo Gasto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03369"/>
                  </a:ext>
                </a:extLst>
              </a:tr>
              <a:tr h="54630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#1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Erro post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identity.familhao</a:t>
                      </a:r>
                      <a:endParaRPr lang="pt-BR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Média</a:t>
                      </a: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Front/TL/QA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 xml:space="preserve">✔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Resolvido</a:t>
                      </a:r>
                      <a:endParaRPr lang="en-US" sz="1100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400" b="1" dirty="0"/>
                    </a:p>
                    <a:p>
                      <a:pPr marL="0" lvl="0" indent="0" algn="ctr">
                        <a:buNone/>
                      </a:pPr>
                      <a:r>
                        <a:rPr lang="en-US" sz="1400" b="1" dirty="0"/>
                        <a:t>Total: 19h</a:t>
                      </a:r>
                    </a:p>
                  </a:txBody>
                  <a:tcPr anchor="ctr"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6112"/>
                  </a:ext>
                </a:extLst>
              </a:tr>
              <a:tr h="612076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#2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Sessão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p/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usuário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informar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troca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de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número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de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celular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não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está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sendo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exibida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na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área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deslogada</a:t>
                      </a:r>
                      <a:endParaRPr lang="pt-BR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Média</a:t>
                      </a:r>
                      <a:endParaRPr lang="pt-BR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Front/TL/QA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✔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Resolvido</a:t>
                      </a:r>
                      <a:endParaRPr lang="pt-BR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pt-BR" dirty="0"/>
                    </a:p>
                  </a:txBody>
                  <a:tcPr anchor="ctr"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48748"/>
                  </a:ext>
                </a:extLst>
              </a:tr>
              <a:tr h="612076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#3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[FRONT]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Botão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"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Troca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de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telefone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"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está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sendo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apresentado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em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alguns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circurnstância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no OTP.</a:t>
                      </a:r>
                      <a:endParaRPr lang="pt-BR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Média</a:t>
                      </a:r>
                      <a:endParaRPr lang="en-US" sz="1100" dirty="0" err="1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Front/TL/QA</a:t>
                      </a:r>
                      <a:endParaRPr lang="pt-BR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 xml:space="preserve">✔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Resolvido</a:t>
                      </a:r>
                      <a:endParaRPr lang="en-US" sz="1100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79651"/>
                  </a:ext>
                </a:extLst>
              </a:tr>
              <a:tr h="612076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#4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[FRONT] Ao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acessar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o auth/login 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informar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um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telefone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não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cadastro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sistema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apresenta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excessão</a:t>
                      </a:r>
                      <a:endParaRPr lang="pt-BR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Média</a:t>
                      </a:r>
                      <a:endParaRPr lang="en-US" sz="1100" dirty="0" err="1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Front/TL/QA</a:t>
                      </a:r>
                      <a:endParaRPr lang="pt-BR" b="0" i="0" u="none" strike="noStrik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 xml:space="preserve">✔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Resolvido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274632"/>
                  </a:ext>
                </a:extLst>
              </a:tr>
              <a:tr h="54630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#5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>familhao.com/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virginia-cadastro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com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fluxo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</a:rPr>
                        <a:t>quebrado</a:t>
                      </a:r>
                      <a:endParaRPr lang="pt-BR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Média</a:t>
                      </a:r>
                      <a:endParaRPr lang="en-US" sz="1100" dirty="0" err="1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Front/TL/QA</a:t>
                      </a:r>
                      <a:endParaRPr lang="pt-BR" b="0" i="0" u="none" strike="noStrik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 xml:space="preserve">✔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Resolvido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9817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3FA70F-46F4-032D-B8EB-5209BFAC6DE9}"/>
              </a:ext>
            </a:extLst>
          </p:cNvPr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030A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F89F5F-4542-9788-9BC1-D9CFEFC4A3BC}"/>
              </a:ext>
            </a:extLst>
          </p:cNvPr>
          <p:cNvSpPr/>
          <p:nvPr/>
        </p:nvSpPr>
        <p:spPr>
          <a:xfrm>
            <a:off x="0" y="886968"/>
            <a:ext cx="12188952" cy="54864"/>
          </a:xfrm>
          <a:prstGeom prst="rect">
            <a:avLst/>
          </a:prstGeom>
          <a:solidFill>
            <a:srgbClr val="6ECB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3E4426-692C-64F7-95DE-599F917B68A4}"/>
              </a:ext>
            </a:extLst>
          </p:cNvPr>
          <p:cNvSpPr/>
          <p:nvPr/>
        </p:nvSpPr>
        <p:spPr>
          <a:xfrm>
            <a:off x="457200" y="0"/>
            <a:ext cx="9144000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 dirty="0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 xml:space="preserve">Bugs de </a:t>
            </a:r>
            <a:r>
              <a:rPr lang="en-US" sz="24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Desenvolvimento</a:t>
            </a:r>
            <a:r>
              <a:rPr lang="en-US" sz="2400" b="1" i="0" u="none" strike="noStrike" kern="1200" cap="none" spc="0" baseline="0" dirty="0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 xml:space="preserve"> </a:t>
            </a:r>
            <a:r>
              <a:rPr lang="en-US" sz="24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Atuados</a:t>
            </a:r>
            <a:r>
              <a:rPr lang="en-US" sz="2400" b="1" i="0" u="none" strike="noStrike" kern="1200" cap="none" spc="0" baseline="0" dirty="0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 </a:t>
            </a:r>
            <a:endParaRPr lang="en-US" sz="2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0" descr="/home/claude/familhao_Imagem_6.png">
            <a:extLst>
              <a:ext uri="{FF2B5EF4-FFF2-40B4-BE49-F238E27FC236}">
                <a16:creationId xmlns:a16="http://schemas.microsoft.com/office/drawing/2014/main" id="{0058104B-E90E-6F44-41F4-0CEC3E4F5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73152"/>
            <a:ext cx="1737360" cy="73152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4D66290B-FC3B-9C40-1AA4-8461E3736825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solidFill>
            <a:srgbClr val="6ECB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F02BA63-4094-25E8-CE90-8AECF04BB433}"/>
              </a:ext>
            </a:extLst>
          </p:cNvPr>
          <p:cNvSpPr/>
          <p:nvPr/>
        </p:nvSpPr>
        <p:spPr>
          <a:xfrm>
            <a:off x="9235440" y="201168"/>
            <a:ext cx="86868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7030A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Sprint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7030A0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#24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30F1C08-1287-E178-AAD6-4C01D50CA20D}"/>
              </a:ext>
            </a:extLst>
          </p:cNvPr>
          <p:cNvSpPr/>
          <p:nvPr/>
        </p:nvSpPr>
        <p:spPr>
          <a:xfrm>
            <a:off x="45720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B7A66DC-9AC5-8680-2529-14F88FF182EA}"/>
              </a:ext>
            </a:extLst>
          </p:cNvPr>
          <p:cNvSpPr/>
          <p:nvPr/>
        </p:nvSpPr>
        <p:spPr>
          <a:xfrm>
            <a:off x="457200" y="1143000"/>
            <a:ext cx="2606039" cy="64008"/>
          </a:xfrm>
          <a:prstGeom prst="rect">
            <a:avLst/>
          </a:prstGeom>
          <a:solidFill>
            <a:srgbClr val="EE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2540599-D0DB-0269-4966-298156CA0DBB}"/>
              </a:ext>
            </a:extLst>
          </p:cNvPr>
          <p:cNvSpPr/>
          <p:nvPr/>
        </p:nvSpPr>
        <p:spPr>
          <a:xfrm>
            <a:off x="54864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Total de Bugs Em Aberto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FB4AEC0-1B4A-7AE5-972B-D10577A1AADD}"/>
              </a:ext>
            </a:extLst>
          </p:cNvPr>
          <p:cNvSpPr/>
          <p:nvPr/>
        </p:nvSpPr>
        <p:spPr>
          <a:xfrm>
            <a:off x="54864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dirty="0">
                <a:solidFill>
                  <a:srgbClr val="EE0000"/>
                </a:solidFill>
                <a:latin typeface="Montserrat"/>
              </a:rPr>
              <a:t>53</a:t>
            </a:r>
            <a:endParaRPr lang="en-US" sz="2600" b="1" i="0" u="none" strike="noStrike" kern="1200" cap="none" spc="0" baseline="0" dirty="0">
              <a:solidFill>
                <a:srgbClr val="EE0000"/>
              </a:solidFill>
              <a:uFillTx/>
              <a:latin typeface="Montserrat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74F39B6-D07A-2137-EB1A-D8D0D13A0687}"/>
              </a:ext>
            </a:extLst>
          </p:cNvPr>
          <p:cNvSpPr/>
          <p:nvPr/>
        </p:nvSpPr>
        <p:spPr>
          <a:xfrm>
            <a:off x="329184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9A3F2B9-5E21-6FDD-B841-0A0B061E42FB}"/>
              </a:ext>
            </a:extLst>
          </p:cNvPr>
          <p:cNvSpPr/>
          <p:nvPr/>
        </p:nvSpPr>
        <p:spPr>
          <a:xfrm>
            <a:off x="3291840" y="1143000"/>
            <a:ext cx="2606039" cy="64008"/>
          </a:xfrm>
          <a:prstGeom prst="rect">
            <a:avLst/>
          </a:prstGeom>
          <a:solidFill>
            <a:srgbClr val="10B98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3CAA014-DF4A-41EC-59A4-CAE1094062A2}"/>
              </a:ext>
            </a:extLst>
          </p:cNvPr>
          <p:cNvSpPr/>
          <p:nvPr/>
        </p:nvSpPr>
        <p:spPr>
          <a:xfrm>
            <a:off x="338328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 err="1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Resolvidos</a:t>
            </a:r>
            <a:endParaRPr lang="en-US" sz="1100" b="0" i="0" u="none" strike="noStrike" kern="1200" cap="none" spc="0" baseline="0" dirty="0" err="1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2F936BB-DFD5-6B2C-50BB-6A0E7E1C5F6F}"/>
              </a:ext>
            </a:extLst>
          </p:cNvPr>
          <p:cNvSpPr/>
          <p:nvPr/>
        </p:nvSpPr>
        <p:spPr>
          <a:xfrm>
            <a:off x="338328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 dirty="0">
                <a:solidFill>
                  <a:srgbClr val="10B981"/>
                </a:solidFill>
                <a:uFillTx/>
                <a:latin typeface="Montserrat"/>
              </a:rPr>
              <a:t>4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DFEFD0F-677C-AAF1-968E-E3A08314E616}"/>
              </a:ext>
            </a:extLst>
          </p:cNvPr>
          <p:cNvSpPr/>
          <p:nvPr/>
        </p:nvSpPr>
        <p:spPr>
          <a:xfrm>
            <a:off x="612648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7A878F3-AD09-1DD3-AFD2-E377253B26C3}"/>
              </a:ext>
            </a:extLst>
          </p:cNvPr>
          <p:cNvSpPr/>
          <p:nvPr/>
        </p:nvSpPr>
        <p:spPr>
          <a:xfrm>
            <a:off x="6126480" y="1143000"/>
            <a:ext cx="2606039" cy="64008"/>
          </a:xfrm>
          <a:prstGeom prst="rect">
            <a:avLst/>
          </a:prstGeom>
          <a:solidFill>
            <a:srgbClr val="FFC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1C0D728-D183-9DFB-37CA-9C17EA51132C}"/>
              </a:ext>
            </a:extLst>
          </p:cNvPr>
          <p:cNvSpPr/>
          <p:nvPr/>
        </p:nvSpPr>
        <p:spPr>
          <a:xfrm>
            <a:off x="621792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 err="1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Abertos</a:t>
            </a:r>
            <a:r>
              <a:rPr lang="en-US" sz="1100" b="1" i="0" u="none" strike="noStrike" kern="1200" cap="none" spc="0" baseline="0" dirty="0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 xml:space="preserve"> (</a:t>
            </a:r>
            <a:r>
              <a:rPr lang="en-US" sz="1100" b="1" i="0" u="none" strike="noStrike" kern="1200" cap="none" spc="0" baseline="0" dirty="0" err="1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na</a:t>
            </a:r>
            <a:r>
              <a:rPr lang="en-US" sz="1100" b="1" i="0" u="none" strike="noStrike" kern="1200" cap="none" spc="0" baseline="0" dirty="0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 xml:space="preserve"> Sprint)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99AC5BE-FBDC-2927-E997-2E627254C54B}"/>
              </a:ext>
            </a:extLst>
          </p:cNvPr>
          <p:cNvSpPr/>
          <p:nvPr/>
        </p:nvSpPr>
        <p:spPr>
          <a:xfrm>
            <a:off x="621792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 dirty="0">
                <a:solidFill>
                  <a:srgbClr val="FFC000"/>
                </a:solidFill>
                <a:uFillTx/>
                <a:latin typeface="Montserrat"/>
              </a:rPr>
              <a:t>7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E2A9B9E-9A93-33B1-D1E2-426AC814A35C}"/>
              </a:ext>
            </a:extLst>
          </p:cNvPr>
          <p:cNvSpPr/>
          <p:nvPr/>
        </p:nvSpPr>
        <p:spPr>
          <a:xfrm>
            <a:off x="8961120" y="1143000"/>
            <a:ext cx="2606039" cy="14173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8100000" algn="tl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3FF9F25-40CB-CC73-8F78-45863F620164}"/>
              </a:ext>
            </a:extLst>
          </p:cNvPr>
          <p:cNvSpPr/>
          <p:nvPr/>
        </p:nvSpPr>
        <p:spPr>
          <a:xfrm>
            <a:off x="8961120" y="1143000"/>
            <a:ext cx="2606039" cy="64008"/>
          </a:xfrm>
          <a:prstGeom prst="rect">
            <a:avLst/>
          </a:prstGeom>
          <a:solidFill>
            <a:srgbClr val="EE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E45AE80-DFD2-93DD-D40C-B096B0A6FCCA}"/>
              </a:ext>
            </a:extLst>
          </p:cNvPr>
          <p:cNvSpPr/>
          <p:nvPr/>
        </p:nvSpPr>
        <p:spPr>
          <a:xfrm>
            <a:off x="9052560" y="1234440"/>
            <a:ext cx="2423160" cy="365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 err="1">
                <a:solidFill>
                  <a:srgbClr val="66666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Críticos</a:t>
            </a:r>
            <a:endParaRPr lang="en-US" sz="1100" b="0" i="0" u="none" strike="noStrike" kern="1200" cap="none" spc="0" baseline="0" dirty="0" err="1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7E7F207-E0E0-B316-C8BA-DD090983FCB1}"/>
              </a:ext>
            </a:extLst>
          </p:cNvPr>
          <p:cNvSpPr/>
          <p:nvPr/>
        </p:nvSpPr>
        <p:spPr>
          <a:xfrm>
            <a:off x="9052560" y="1645920"/>
            <a:ext cx="2423160" cy="64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00" b="1" i="0" u="none" strike="noStrike" kern="1200" cap="none" spc="0" baseline="0">
                <a:solidFill>
                  <a:srgbClr val="EE0000"/>
                </a:solidFill>
                <a:uFillTx/>
                <a:latin typeface="Montserrat"/>
              </a:rPr>
              <a:t>0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0324482-4CAA-0EDD-7823-318B8FD9CF11}"/>
              </a:ext>
            </a:extLst>
          </p:cNvPr>
          <p:cNvSpPr/>
          <p:nvPr/>
        </p:nvSpPr>
        <p:spPr>
          <a:xfrm>
            <a:off x="457200" y="2743200"/>
            <a:ext cx="1124712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030A0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Lista de Bugs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aphicFrame>
        <p:nvGraphicFramePr>
          <p:cNvPr id="25" name="Table 0">
            <a:extLst>
              <a:ext uri="{FF2B5EF4-FFF2-40B4-BE49-F238E27FC236}">
                <a16:creationId xmlns:a16="http://schemas.microsoft.com/office/drawing/2014/main" id="{ABC77F56-6B63-066C-ED55-379B2BDEA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523621"/>
              </p:ext>
            </p:extLst>
          </p:nvPr>
        </p:nvGraphicFramePr>
        <p:xfrm>
          <a:off x="457200" y="3108960"/>
          <a:ext cx="11109960" cy="32461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29102">
                  <a:extLst>
                    <a:ext uri="{9D8B030D-6E8A-4147-A177-3AD203B41FA5}">
                      <a16:colId xmlns:a16="http://schemas.microsoft.com/office/drawing/2014/main" val="2858957216"/>
                    </a:ext>
                  </a:extLst>
                </a:gridCol>
                <a:gridCol w="3819098">
                  <a:extLst>
                    <a:ext uri="{9D8B030D-6E8A-4147-A177-3AD203B41FA5}">
                      <a16:colId xmlns:a16="http://schemas.microsoft.com/office/drawing/2014/main" val="2480866881"/>
                    </a:ext>
                  </a:extLst>
                </a:gridCol>
                <a:gridCol w="1491343">
                  <a:extLst>
                    <a:ext uri="{9D8B030D-6E8A-4147-A177-3AD203B41FA5}">
                      <a16:colId xmlns:a16="http://schemas.microsoft.com/office/drawing/2014/main" val="1685234880"/>
                    </a:ext>
                  </a:extLst>
                </a:gridCol>
                <a:gridCol w="1643743">
                  <a:extLst>
                    <a:ext uri="{9D8B030D-6E8A-4147-A177-3AD203B41FA5}">
                      <a16:colId xmlns:a16="http://schemas.microsoft.com/office/drawing/2014/main" val="578932849"/>
                    </a:ext>
                  </a:extLst>
                </a:gridCol>
                <a:gridCol w="1585561">
                  <a:extLst>
                    <a:ext uri="{9D8B030D-6E8A-4147-A177-3AD203B41FA5}">
                      <a16:colId xmlns:a16="http://schemas.microsoft.com/office/drawing/2014/main" val="2961930891"/>
                    </a:ext>
                  </a:extLst>
                </a:gridCol>
                <a:gridCol w="1741113">
                  <a:extLst>
                    <a:ext uri="{9D8B030D-6E8A-4147-A177-3AD203B41FA5}">
                      <a16:colId xmlns:a16="http://schemas.microsoft.com/office/drawing/2014/main" val="212863706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Título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Severidade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Tempo Gasto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815028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#1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</a:rPr>
                        <a:t>[FRONT] Ao realizar preencher as informações de CPF ou celular, sistema não habilita botão "Continuar".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Média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Front/TL/QA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 xml:space="preserve">✔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Resolvido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/>
                        <a:t>4h</a:t>
                      </a: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1284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#2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</a:rPr>
                        <a:t xml:space="preserve">[FRONT] Ao realizar o logout aplicação não está redirecionando para o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</a:rPr>
                        <a:t>auth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</a:rPr>
                        <a:t>signin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Média</a:t>
                      </a:r>
                      <a:endParaRPr lang="pt-BR" dirty="0" err="1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Front/TL/QA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✔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Resolvido</a:t>
                      </a:r>
                      <a:endParaRPr lang="pt-BR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5h</a:t>
                      </a: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70566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#3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pt-B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[FRONT] Durante o </a:t>
                      </a:r>
                      <a:r>
                        <a:rPr lang="pt-B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onboarding</a:t>
                      </a:r>
                      <a:r>
                        <a:rPr lang="pt-B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, ao informar dados de usuário cadastrado e apresentado o modal de "Entrar", sistema não realiza navegação para o </a:t>
                      </a:r>
                      <a:r>
                        <a:rPr lang="pt-B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auth</a:t>
                      </a:r>
                      <a:r>
                        <a:rPr lang="pt-B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pt-B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signin</a:t>
                      </a:r>
                      <a:r>
                        <a:rPr lang="pt-B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Média</a:t>
                      </a:r>
                      <a:endParaRPr lang="en-US" sz="1100" dirty="0" err="1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Front/TL/QA</a:t>
                      </a:r>
                      <a:endParaRPr lang="pt-BR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 xml:space="preserve">✔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Resolvido</a:t>
                      </a: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5h</a:t>
                      </a: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77635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#4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</a:rPr>
                        <a:t>[FRONT] O ícone de volta no login está direcionando para a página anterior.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Média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Front/TL/QA</a:t>
                      </a:r>
                      <a:endParaRPr lang="pt-BR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 xml:space="preserve">✔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Resolvido</a:t>
                      </a:r>
                      <a:endParaRPr lang="en-US" sz="1100" dirty="0"/>
                    </a:p>
                    <a:p>
                      <a:pPr marL="0" lvl="0" indent="0" algn="ctr">
                        <a:buNone/>
                      </a:pP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338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#5</a:t>
                      </a:r>
                      <a:endParaRPr lang="en-US" sz="110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pt-BR" b="0" i="0" u="none" strike="noStrik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5586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0ED79-9388-5425-D992-E8A909C6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80FE89-5943-9AE5-3BA2-A9BF1EAE52D2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03F76A9-A9F8-CE49-E55F-C6D981CD9999}"/>
              </a:ext>
            </a:extLst>
          </p:cNvPr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solidFill>
            <a:srgbClr val="F97316"/>
          </a:solidFill>
          <a:ln/>
        </p:spPr>
        <p:txBody>
          <a:bodyPr lIns="91440" tIns="45720" rIns="91440" bIns="45720" anchor="t"/>
          <a:lstStyle/>
          <a:p>
            <a:r>
              <a:rPr lang="en-US" sz="2800" b="1">
                <a:solidFill>
                  <a:srgbClr val="FFFFFF"/>
                </a:solidFill>
                <a:latin typeface="Montserrat"/>
              </a:rPr>
              <a:t>05</a:t>
            </a:r>
            <a:endParaRPr lang="en-US" sz="2800"/>
          </a:p>
          <a:p>
            <a:endParaRPr lang="pt-BR">
              <a:ea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2B385A-8B00-21C4-04C8-5A2DFCEC6F2B}"/>
              </a:ext>
            </a:extLst>
          </p:cNvPr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23992F-D66E-7C8D-5C54-63F1CC5315FF}"/>
              </a:ext>
            </a:extLst>
          </p:cNvPr>
          <p:cNvSpPr/>
          <p:nvPr/>
        </p:nvSpPr>
        <p:spPr>
          <a:xfrm>
            <a:off x="1737360" y="2011680"/>
            <a:ext cx="9043059" cy="995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Retro- Time – Sprint 24 </a:t>
            </a:r>
            <a:endParaRPr lang="en-US" sz="3800" b="1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7" name="Image 0" descr="/home/claude/familhao_Imagem_6.png">
            <a:extLst>
              <a:ext uri="{FF2B5EF4-FFF2-40B4-BE49-F238E27FC236}">
                <a16:creationId xmlns:a16="http://schemas.microsoft.com/office/drawing/2014/main" id="{D8FAFD0F-86FE-5E80-2B4F-BAFF660CD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943600"/>
            <a:ext cx="173736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55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1216152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01168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Retrospectiva Rápida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201168" y="42976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C4B5FD"/>
                </a:solidFill>
              </a:rPr>
              <a:t xml:space="preserve">Sprint #24  ·  </a:t>
            </a:r>
            <a:r>
              <a:rPr lang="en-US" sz="900" i="1" err="1">
                <a:solidFill>
                  <a:srgbClr val="C4B5FD"/>
                </a:solidFill>
              </a:rPr>
              <a:t>Conversão</a:t>
            </a:r>
            <a:r>
              <a:rPr lang="en-US" sz="900" i="1">
                <a:solidFill>
                  <a:srgbClr val="C4B5FD"/>
                </a:solidFill>
              </a:rPr>
              <a:t xml:space="preserve">  ·  O </a:t>
            </a:r>
            <a:r>
              <a:rPr lang="en-US" sz="900" i="1" err="1">
                <a:solidFill>
                  <a:srgbClr val="C4B5FD"/>
                </a:solidFill>
              </a:rPr>
              <a:t>que</a:t>
            </a:r>
            <a:r>
              <a:rPr lang="en-US" sz="900" i="1">
                <a:solidFill>
                  <a:srgbClr val="C4B5FD"/>
                </a:solidFill>
              </a:rPr>
              <a:t xml:space="preserve"> </a:t>
            </a:r>
            <a:r>
              <a:rPr lang="en-US" sz="900" i="1" err="1">
                <a:solidFill>
                  <a:srgbClr val="C4B5FD"/>
                </a:solidFill>
              </a:rPr>
              <a:t>funcionou</a:t>
            </a:r>
            <a:r>
              <a:rPr lang="en-US" sz="900" i="1">
                <a:solidFill>
                  <a:srgbClr val="C4B5FD"/>
                </a:solidFill>
              </a:rPr>
              <a:t xml:space="preserve">, o </a:t>
            </a:r>
            <a:r>
              <a:rPr lang="en-US" sz="900" i="1" err="1">
                <a:solidFill>
                  <a:srgbClr val="C4B5FD"/>
                </a:solidFill>
              </a:rPr>
              <a:t>que</a:t>
            </a:r>
            <a:r>
              <a:rPr lang="en-US" sz="900" i="1">
                <a:solidFill>
                  <a:srgbClr val="C4B5FD"/>
                </a:solidFill>
              </a:rPr>
              <a:t xml:space="preserve"> </a:t>
            </a:r>
            <a:r>
              <a:rPr lang="en-US" sz="900" i="1" err="1">
                <a:solidFill>
                  <a:srgbClr val="C4B5FD"/>
                </a:solidFill>
              </a:rPr>
              <a:t>melhorar</a:t>
            </a:r>
            <a:r>
              <a:rPr lang="en-US" sz="900" i="1">
                <a:solidFill>
                  <a:srgbClr val="C4B5FD"/>
                </a:solidFill>
              </a:rPr>
              <a:t xml:space="preserve"> e </a:t>
            </a:r>
            <a:r>
              <a:rPr lang="en-US" sz="900" i="1" err="1">
                <a:solidFill>
                  <a:srgbClr val="C4B5FD"/>
                </a:solidFill>
              </a:rPr>
              <a:t>próximas</a:t>
            </a:r>
            <a:r>
              <a:rPr lang="en-US" sz="900" i="1">
                <a:solidFill>
                  <a:srgbClr val="C4B5FD"/>
                </a:solidFill>
              </a:rPr>
              <a:t xml:space="preserve"> </a:t>
            </a:r>
            <a:r>
              <a:rPr lang="en-US" sz="900" i="1" err="1">
                <a:solidFill>
                  <a:srgbClr val="C4B5FD"/>
                </a:solidFill>
              </a:rPr>
              <a:t>ações</a:t>
            </a:r>
            <a:endParaRPr lang="en-US" sz="900" err="1"/>
          </a:p>
        </p:txBody>
      </p:sp>
      <p:sp>
        <p:nvSpPr>
          <p:cNvPr id="8" name="Shape 6"/>
          <p:cNvSpPr/>
          <p:nvPr/>
        </p:nvSpPr>
        <p:spPr>
          <a:xfrm>
            <a:off x="10287000" y="100584"/>
            <a:ext cx="7772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0287000" y="100584"/>
            <a:ext cx="7772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287000" y="100584"/>
            <a:ext cx="777240" cy="457200"/>
          </a:xfrm>
          <a:prstGeom prst="roundRect">
            <a:avLst>
              <a:gd name="adj" fmla="val 14000"/>
            </a:avLst>
          </a:prstGeom>
          <a:solidFill>
            <a:srgbClr val="0F766E"/>
          </a:solidFill>
          <a:ln w="101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287000" y="1005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Sprint</a:t>
            </a:r>
            <a:endParaRPr lang="en-US" sz="800"/>
          </a:p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#24</a:t>
            </a:r>
            <a:endParaRPr lang="en-US" sz="800"/>
          </a:p>
        </p:txBody>
      </p:sp>
      <p:sp>
        <p:nvSpPr>
          <p:cNvPr id="12" name="Text 10"/>
          <p:cNvSpPr/>
          <p:nvPr/>
        </p:nvSpPr>
        <p:spPr>
          <a:xfrm>
            <a:off x="11119104" y="118872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4EA1"/>
                </a:solidFill>
              </a:rPr>
              <a:t>FAMILHÃO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164592" y="786384"/>
            <a:ext cx="394411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64592" y="832104"/>
            <a:ext cx="3944112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6" name="Shape 14"/>
          <p:cNvSpPr/>
          <p:nvPr/>
        </p:nvSpPr>
        <p:spPr>
          <a:xfrm>
            <a:off x="164592" y="832104"/>
            <a:ext cx="54864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7" name="Shape 15"/>
          <p:cNvSpPr/>
          <p:nvPr/>
        </p:nvSpPr>
        <p:spPr>
          <a:xfrm>
            <a:off x="292608" y="896112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8" name="Text 16"/>
          <p:cNvSpPr/>
          <p:nvPr/>
        </p:nvSpPr>
        <p:spPr>
          <a:xfrm>
            <a:off x="292608" y="896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✓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40080" y="877824"/>
            <a:ext cx="341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65F46"/>
                </a:solidFill>
              </a:rPr>
              <a:t>O que foi bem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640080" y="1088136"/>
            <a:ext cx="341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0B981"/>
                </a:solidFill>
              </a:rPr>
              <a:t xml:space="preserve">2 Pontos </a:t>
            </a:r>
            <a:r>
              <a:rPr lang="en-US" sz="1400" err="1">
                <a:solidFill>
                  <a:srgbClr val="10B981"/>
                </a:solidFill>
              </a:rPr>
              <a:t>positivos</a:t>
            </a:r>
            <a:endParaRPr lang="en-US" sz="1400" err="1"/>
          </a:p>
        </p:txBody>
      </p:sp>
      <p:sp>
        <p:nvSpPr>
          <p:cNvPr id="21" name="Shape 19"/>
          <p:cNvSpPr/>
          <p:nvPr/>
        </p:nvSpPr>
        <p:spPr>
          <a:xfrm>
            <a:off x="256032" y="1371600"/>
            <a:ext cx="3761232" cy="1013155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22" name="Shape 20"/>
          <p:cNvSpPr/>
          <p:nvPr/>
        </p:nvSpPr>
        <p:spPr>
          <a:xfrm>
            <a:off x="256032" y="1371600"/>
            <a:ext cx="36576" cy="1013155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23" name="Shape 21"/>
          <p:cNvSpPr/>
          <p:nvPr/>
        </p:nvSpPr>
        <p:spPr>
          <a:xfrm>
            <a:off x="347472" y="1768450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24" name="Text 22"/>
          <p:cNvSpPr/>
          <p:nvPr/>
        </p:nvSpPr>
        <p:spPr>
          <a:xfrm>
            <a:off x="347472" y="176845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640080" y="1532370"/>
            <a:ext cx="332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47857"/>
                </a:solidFill>
              </a:rPr>
              <a:t>Entrega da Sprint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652176" y="1730296"/>
            <a:ext cx="3358604" cy="647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Entrega do site da Virgínia</a:t>
            </a:r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256032" y="2439619"/>
            <a:ext cx="3761232" cy="1013155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28" name="Shape 26"/>
          <p:cNvSpPr/>
          <p:nvPr/>
        </p:nvSpPr>
        <p:spPr>
          <a:xfrm>
            <a:off x="256032" y="2439619"/>
            <a:ext cx="36576" cy="1013155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29" name="Shape 27"/>
          <p:cNvSpPr/>
          <p:nvPr/>
        </p:nvSpPr>
        <p:spPr>
          <a:xfrm>
            <a:off x="347472" y="2836469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30" name="Text 28"/>
          <p:cNvSpPr/>
          <p:nvPr/>
        </p:nvSpPr>
        <p:spPr>
          <a:xfrm>
            <a:off x="347472" y="28364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640080" y="2576198"/>
            <a:ext cx="332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047857"/>
                </a:solidFill>
              </a:rPr>
              <a:t>Comunicação</a:t>
            </a:r>
            <a:endParaRPr lang="en-US" sz="1400" b="1" err="1">
              <a:solidFill>
                <a:srgbClr val="047857"/>
              </a:solidFill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1" y="2846695"/>
            <a:ext cx="3358604" cy="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Comunicação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e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alinhamento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do time</a:t>
            </a:r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4108704" y="786384"/>
            <a:ext cx="3944112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4108704" y="832104"/>
            <a:ext cx="3944112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54" name="Shape 52"/>
          <p:cNvSpPr/>
          <p:nvPr/>
        </p:nvSpPr>
        <p:spPr>
          <a:xfrm>
            <a:off x="4108704" y="832104"/>
            <a:ext cx="54864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55" name="Shape 53"/>
          <p:cNvSpPr/>
          <p:nvPr/>
        </p:nvSpPr>
        <p:spPr>
          <a:xfrm>
            <a:off x="4236720" y="896112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56" name="Text 54"/>
          <p:cNvSpPr/>
          <p:nvPr/>
        </p:nvSpPr>
        <p:spPr>
          <a:xfrm>
            <a:off x="4236720" y="896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↑</a:t>
            </a:r>
            <a:endParaRPr lang="en-US" sz="1400"/>
          </a:p>
        </p:txBody>
      </p:sp>
      <p:sp>
        <p:nvSpPr>
          <p:cNvPr id="57" name="Text 55"/>
          <p:cNvSpPr/>
          <p:nvPr/>
        </p:nvSpPr>
        <p:spPr>
          <a:xfrm>
            <a:off x="4584192" y="877824"/>
            <a:ext cx="341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78350F"/>
                </a:solidFill>
              </a:rPr>
              <a:t>O que pode melhorar</a:t>
            </a:r>
            <a:endParaRPr lang="en-US" sz="1400"/>
          </a:p>
        </p:txBody>
      </p:sp>
      <p:sp>
        <p:nvSpPr>
          <p:cNvPr id="58" name="Text 56"/>
          <p:cNvSpPr/>
          <p:nvPr/>
        </p:nvSpPr>
        <p:spPr>
          <a:xfrm>
            <a:off x="4584192" y="1088136"/>
            <a:ext cx="341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59E0B"/>
                </a:solidFill>
              </a:rPr>
              <a:t xml:space="preserve">Pontos de </a:t>
            </a:r>
            <a:r>
              <a:rPr lang="en-US" sz="1400" err="1">
                <a:solidFill>
                  <a:srgbClr val="F59E0B"/>
                </a:solidFill>
              </a:rPr>
              <a:t>atenção</a:t>
            </a:r>
            <a:endParaRPr lang="en-US" sz="1400" err="1"/>
          </a:p>
        </p:txBody>
      </p:sp>
      <p:sp>
        <p:nvSpPr>
          <p:cNvPr id="59" name="Shape 57"/>
          <p:cNvSpPr/>
          <p:nvPr/>
        </p:nvSpPr>
        <p:spPr>
          <a:xfrm>
            <a:off x="4200144" y="1371600"/>
            <a:ext cx="3761232" cy="1013155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60" name="Shape 58"/>
          <p:cNvSpPr/>
          <p:nvPr/>
        </p:nvSpPr>
        <p:spPr>
          <a:xfrm>
            <a:off x="4200144" y="1371600"/>
            <a:ext cx="36576" cy="101315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61" name="Shape 59"/>
          <p:cNvSpPr/>
          <p:nvPr/>
        </p:nvSpPr>
        <p:spPr>
          <a:xfrm>
            <a:off x="4291584" y="1768450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62" name="Text 60"/>
          <p:cNvSpPr/>
          <p:nvPr/>
        </p:nvSpPr>
        <p:spPr>
          <a:xfrm>
            <a:off x="4291584" y="176845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63" name="Text 61"/>
          <p:cNvSpPr/>
          <p:nvPr/>
        </p:nvSpPr>
        <p:spPr>
          <a:xfrm>
            <a:off x="4596287" y="1399323"/>
            <a:ext cx="3346510" cy="21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92400E"/>
                </a:solidFill>
              </a:rPr>
              <a:t>Backlog da Sprint</a:t>
            </a:r>
            <a:endParaRPr lang="en-US" sz="1400"/>
          </a:p>
        </p:txBody>
      </p:sp>
      <p:sp>
        <p:nvSpPr>
          <p:cNvPr id="64" name="Text 62"/>
          <p:cNvSpPr/>
          <p:nvPr/>
        </p:nvSpPr>
        <p:spPr>
          <a:xfrm>
            <a:off x="4596288" y="1621439"/>
            <a:ext cx="3358604" cy="756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Alocação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de cards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na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Sprint (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considerar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a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capacidade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produtiva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do time e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priorizar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o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que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cabe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no timebox).</a:t>
            </a:r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4212239" y="2403334"/>
            <a:ext cx="3737042" cy="1122011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66" name="Shape 64"/>
          <p:cNvSpPr/>
          <p:nvPr/>
        </p:nvSpPr>
        <p:spPr>
          <a:xfrm>
            <a:off x="4200144" y="2439619"/>
            <a:ext cx="36576" cy="101315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67" name="Shape 65"/>
          <p:cNvSpPr/>
          <p:nvPr/>
        </p:nvSpPr>
        <p:spPr>
          <a:xfrm>
            <a:off x="4291584" y="2836469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68" name="Text 66"/>
          <p:cNvSpPr/>
          <p:nvPr/>
        </p:nvSpPr>
        <p:spPr>
          <a:xfrm>
            <a:off x="4291584" y="28364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69" name="Text 67"/>
          <p:cNvSpPr/>
          <p:nvPr/>
        </p:nvSpPr>
        <p:spPr>
          <a:xfrm>
            <a:off x="4584192" y="2443151"/>
            <a:ext cx="332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92400E"/>
                </a:solidFill>
              </a:rPr>
              <a:t>Excesso</a:t>
            </a:r>
            <a:r>
              <a:rPr lang="en-US" sz="1400" b="1">
                <a:solidFill>
                  <a:srgbClr val="92400E"/>
                </a:solidFill>
              </a:rPr>
              <a:t xml:space="preserve"> de </a:t>
            </a:r>
            <a:r>
              <a:rPr lang="en-US" sz="1400" b="1" err="1">
                <a:solidFill>
                  <a:srgbClr val="92400E"/>
                </a:solidFill>
              </a:rPr>
              <a:t>Reuniões</a:t>
            </a:r>
            <a:endParaRPr lang="en-US" sz="1400" err="1"/>
          </a:p>
        </p:txBody>
      </p:sp>
      <p:sp>
        <p:nvSpPr>
          <p:cNvPr id="70" name="Text 68"/>
          <p:cNvSpPr/>
          <p:nvPr/>
        </p:nvSpPr>
        <p:spPr>
          <a:xfrm>
            <a:off x="4596287" y="2653172"/>
            <a:ext cx="3394891" cy="744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ea typeface="+mn-lt"/>
                <a:cs typeface="+mn-lt"/>
              </a:rPr>
              <a:t xml:space="preserve">Minha </a:t>
            </a:r>
            <a:r>
              <a:rPr lang="en-US" sz="1400" err="1">
                <a:ea typeface="+mn-lt"/>
                <a:cs typeface="+mn-lt"/>
              </a:rPr>
              <a:t>impressão</a:t>
            </a:r>
            <a:r>
              <a:rPr lang="en-US" sz="1400">
                <a:ea typeface="+mn-lt"/>
                <a:cs typeface="+mn-lt"/>
              </a:rPr>
              <a:t xml:space="preserve">, </a:t>
            </a:r>
            <a:r>
              <a:rPr lang="en-US" sz="1400" err="1">
                <a:ea typeface="+mn-lt"/>
                <a:cs typeface="+mn-lt"/>
              </a:rPr>
              <a:t>que</a:t>
            </a:r>
            <a:r>
              <a:rPr lang="en-US" sz="1400">
                <a:ea typeface="+mn-lt"/>
                <a:cs typeface="+mn-lt"/>
              </a:rPr>
              <a:t xml:space="preserve"> </a:t>
            </a:r>
            <a:r>
              <a:rPr lang="en-US" sz="1400" err="1">
                <a:ea typeface="+mn-lt"/>
                <a:cs typeface="+mn-lt"/>
              </a:rPr>
              <a:t>pode</a:t>
            </a:r>
            <a:r>
              <a:rPr lang="en-US" sz="1400">
                <a:ea typeface="+mn-lt"/>
                <a:cs typeface="+mn-lt"/>
              </a:rPr>
              <a:t xml:space="preserve"> ser </a:t>
            </a:r>
            <a:r>
              <a:rPr lang="en-US" sz="1400" err="1">
                <a:ea typeface="+mn-lt"/>
                <a:cs typeface="+mn-lt"/>
              </a:rPr>
              <a:t>equivocada</a:t>
            </a:r>
            <a:r>
              <a:rPr lang="en-US" sz="1400">
                <a:ea typeface="+mn-lt"/>
                <a:cs typeface="+mn-lt"/>
              </a:rPr>
              <a:t xml:space="preserve">, é </a:t>
            </a:r>
            <a:r>
              <a:rPr lang="en-US" sz="1400" err="1">
                <a:ea typeface="+mn-lt"/>
                <a:cs typeface="+mn-lt"/>
              </a:rPr>
              <a:t>que</a:t>
            </a:r>
            <a:r>
              <a:rPr lang="en-US" sz="1400">
                <a:ea typeface="+mn-lt"/>
                <a:cs typeface="+mn-lt"/>
              </a:rPr>
              <a:t xml:space="preserve"> </a:t>
            </a:r>
            <a:r>
              <a:rPr lang="en-US" sz="1400" err="1">
                <a:ea typeface="+mn-lt"/>
                <a:cs typeface="+mn-lt"/>
              </a:rPr>
              <a:t>temos</a:t>
            </a:r>
            <a:r>
              <a:rPr lang="en-US" sz="1400">
                <a:ea typeface="+mn-lt"/>
                <a:cs typeface="+mn-lt"/>
              </a:rPr>
              <a:t xml:space="preserve"> </a:t>
            </a:r>
            <a:r>
              <a:rPr lang="en-US" sz="1400" err="1">
                <a:ea typeface="+mn-lt"/>
                <a:cs typeface="+mn-lt"/>
              </a:rPr>
              <a:t>muitas</a:t>
            </a:r>
            <a:r>
              <a:rPr lang="en-US" sz="1400">
                <a:ea typeface="+mn-lt"/>
                <a:cs typeface="+mn-lt"/>
              </a:rPr>
              <a:t xml:space="preserve"> </a:t>
            </a:r>
            <a:r>
              <a:rPr lang="en-US" sz="1400" err="1">
                <a:ea typeface="+mn-lt"/>
                <a:cs typeface="+mn-lt"/>
              </a:rPr>
              <a:t>reuniões</a:t>
            </a:r>
            <a:r>
              <a:rPr lang="en-US" sz="1400">
                <a:ea typeface="+mn-lt"/>
                <a:cs typeface="+mn-lt"/>
              </a:rPr>
              <a:t xml:space="preserve"> X time </a:t>
            </a:r>
            <a:r>
              <a:rPr lang="en-US" sz="1400" err="1">
                <a:ea typeface="+mn-lt"/>
                <a:cs typeface="+mn-lt"/>
              </a:rPr>
              <a:t>pequeno</a:t>
            </a:r>
            <a:r>
              <a:rPr lang="en-US" sz="1400">
                <a:ea typeface="+mn-lt"/>
                <a:cs typeface="+mn-lt"/>
              </a:rPr>
              <a:t xml:space="preserve">, o </a:t>
            </a:r>
            <a:r>
              <a:rPr lang="en-US" sz="1400" err="1">
                <a:ea typeface="+mn-lt"/>
                <a:cs typeface="+mn-lt"/>
              </a:rPr>
              <a:t>que</a:t>
            </a:r>
            <a:r>
              <a:rPr lang="en-US" sz="1400">
                <a:ea typeface="+mn-lt"/>
                <a:cs typeface="+mn-lt"/>
              </a:rPr>
              <a:t xml:space="preserve"> </a:t>
            </a:r>
            <a:r>
              <a:rPr lang="en-US" sz="1400" err="1">
                <a:ea typeface="+mn-lt"/>
                <a:cs typeface="+mn-lt"/>
              </a:rPr>
              <a:t>pode</a:t>
            </a:r>
            <a:r>
              <a:rPr lang="en-US" sz="1400">
                <a:ea typeface="+mn-lt"/>
                <a:cs typeface="+mn-lt"/>
              </a:rPr>
              <a:t xml:space="preserve"> </a:t>
            </a:r>
            <a:r>
              <a:rPr lang="en-US" sz="1400" err="1">
                <a:ea typeface="+mn-lt"/>
                <a:cs typeface="+mn-lt"/>
              </a:rPr>
              <a:t>impactar</a:t>
            </a:r>
            <a:r>
              <a:rPr lang="en-US" sz="1400">
                <a:ea typeface="+mn-lt"/>
                <a:cs typeface="+mn-lt"/>
              </a:rPr>
              <a:t xml:space="preserve"> </a:t>
            </a:r>
            <a:r>
              <a:rPr lang="en-US" sz="1400" err="1">
                <a:ea typeface="+mn-lt"/>
                <a:cs typeface="+mn-lt"/>
              </a:rPr>
              <a:t>na</a:t>
            </a:r>
            <a:r>
              <a:rPr lang="en-US" sz="1400">
                <a:ea typeface="+mn-lt"/>
                <a:cs typeface="+mn-lt"/>
              </a:rPr>
              <a:t xml:space="preserve"> </a:t>
            </a:r>
            <a:r>
              <a:rPr lang="en-US" sz="1400" err="1">
                <a:ea typeface="+mn-lt"/>
                <a:cs typeface="+mn-lt"/>
              </a:rPr>
              <a:t>produtividade</a:t>
            </a:r>
            <a:r>
              <a:rPr lang="en-US" sz="1400">
                <a:ea typeface="+mn-lt"/>
                <a:cs typeface="+mn-lt"/>
              </a:rPr>
              <a:t xml:space="preserve">, visto </a:t>
            </a:r>
            <a:r>
              <a:rPr lang="en-US" sz="1400" err="1">
                <a:ea typeface="+mn-lt"/>
                <a:cs typeface="+mn-lt"/>
              </a:rPr>
              <a:t>que</a:t>
            </a:r>
            <a:r>
              <a:rPr lang="en-US" sz="1400">
                <a:ea typeface="+mn-lt"/>
                <a:cs typeface="+mn-lt"/>
              </a:rPr>
              <a:t xml:space="preserve"> </a:t>
            </a:r>
            <a:r>
              <a:rPr lang="en-US" sz="1400" err="1">
                <a:ea typeface="+mn-lt"/>
                <a:cs typeface="+mn-lt"/>
              </a:rPr>
              <a:t>temos</a:t>
            </a:r>
            <a:r>
              <a:rPr lang="en-US" sz="1400">
                <a:ea typeface="+mn-lt"/>
                <a:cs typeface="+mn-lt"/>
              </a:rPr>
              <a:t xml:space="preserve"> </a:t>
            </a:r>
            <a:r>
              <a:rPr lang="en-US" sz="1400" err="1">
                <a:ea typeface="+mn-lt"/>
                <a:cs typeface="+mn-lt"/>
              </a:rPr>
              <a:t>muita</a:t>
            </a:r>
            <a:r>
              <a:rPr lang="en-US" sz="1400">
                <a:ea typeface="+mn-lt"/>
                <a:cs typeface="+mn-lt"/>
              </a:rPr>
              <a:t xml:space="preserve"> </a:t>
            </a:r>
            <a:r>
              <a:rPr lang="en-US" sz="1400" err="1">
                <a:ea typeface="+mn-lt"/>
                <a:cs typeface="+mn-lt"/>
              </a:rPr>
              <a:t>demanda</a:t>
            </a:r>
            <a:r>
              <a:rPr lang="en-US" sz="1400">
                <a:ea typeface="+mn-lt"/>
                <a:cs typeface="+mn-lt"/>
              </a:rPr>
              <a:t>.</a:t>
            </a:r>
            <a:endParaRPr lang="pt-BR"/>
          </a:p>
        </p:txBody>
      </p:sp>
      <p:sp>
        <p:nvSpPr>
          <p:cNvPr id="71" name="Shape 69"/>
          <p:cNvSpPr/>
          <p:nvPr/>
        </p:nvSpPr>
        <p:spPr>
          <a:xfrm>
            <a:off x="4200144" y="3558185"/>
            <a:ext cx="3761232" cy="1126886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72" name="Shape 70"/>
          <p:cNvSpPr/>
          <p:nvPr/>
        </p:nvSpPr>
        <p:spPr>
          <a:xfrm>
            <a:off x="4200144" y="3507638"/>
            <a:ext cx="36576" cy="101315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73" name="Shape 71"/>
          <p:cNvSpPr/>
          <p:nvPr/>
        </p:nvSpPr>
        <p:spPr>
          <a:xfrm>
            <a:off x="4291584" y="3904488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74" name="Text 72"/>
          <p:cNvSpPr/>
          <p:nvPr/>
        </p:nvSpPr>
        <p:spPr>
          <a:xfrm>
            <a:off x="4291584" y="3904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75" name="Text 73"/>
          <p:cNvSpPr/>
          <p:nvPr/>
        </p:nvSpPr>
        <p:spPr>
          <a:xfrm>
            <a:off x="4571375" y="3635011"/>
            <a:ext cx="3322320" cy="353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92400E"/>
                </a:solidFill>
              </a:rPr>
              <a:t>Pedidos</a:t>
            </a:r>
            <a:r>
              <a:rPr lang="en-US" sz="1400" b="1">
                <a:solidFill>
                  <a:srgbClr val="92400E"/>
                </a:solidFill>
              </a:rPr>
              <a:t xml:space="preserve"> de </a:t>
            </a:r>
            <a:r>
              <a:rPr lang="en-US" sz="1400" b="1" err="1">
                <a:solidFill>
                  <a:srgbClr val="92400E"/>
                </a:solidFill>
              </a:rPr>
              <a:t>Mudança</a:t>
            </a:r>
            <a:r>
              <a:rPr lang="en-US" sz="1400" b="1">
                <a:solidFill>
                  <a:srgbClr val="92400E"/>
                </a:solidFill>
              </a:rPr>
              <a:t xml:space="preserve"> (</a:t>
            </a:r>
            <a:r>
              <a:rPr lang="en-US" sz="1400" b="1" err="1">
                <a:solidFill>
                  <a:srgbClr val="92400E"/>
                </a:solidFill>
              </a:rPr>
              <a:t>Negócios</a:t>
            </a:r>
            <a:r>
              <a:rPr lang="en-US" sz="1400" b="1">
                <a:solidFill>
                  <a:srgbClr val="92400E"/>
                </a:solidFill>
              </a:rPr>
              <a:t>)</a:t>
            </a:r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4560001" y="4036930"/>
            <a:ext cx="3322320" cy="62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organização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e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clareza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sobre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as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decisões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e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documentações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de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negocio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/design para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evitar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retrabalhos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desnecessários</a:t>
            </a:r>
            <a:endParaRPr lang="pt-BR" err="1"/>
          </a:p>
        </p:txBody>
      </p:sp>
      <p:sp>
        <p:nvSpPr>
          <p:cNvPr id="77" name="Shape 75"/>
          <p:cNvSpPr/>
          <p:nvPr/>
        </p:nvSpPr>
        <p:spPr>
          <a:xfrm>
            <a:off x="4212239" y="4752030"/>
            <a:ext cx="3737042" cy="92848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78" name="Shape 76"/>
          <p:cNvSpPr/>
          <p:nvPr/>
        </p:nvSpPr>
        <p:spPr>
          <a:xfrm>
            <a:off x="4200144" y="4575658"/>
            <a:ext cx="36576" cy="101315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79" name="Shape 77"/>
          <p:cNvSpPr/>
          <p:nvPr/>
        </p:nvSpPr>
        <p:spPr>
          <a:xfrm>
            <a:off x="4291584" y="4972507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80" name="Text 78"/>
          <p:cNvSpPr/>
          <p:nvPr/>
        </p:nvSpPr>
        <p:spPr>
          <a:xfrm>
            <a:off x="4291584" y="4972507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4</a:t>
            </a:r>
            <a:endParaRPr lang="en-US" sz="1400"/>
          </a:p>
        </p:txBody>
      </p:sp>
      <p:sp>
        <p:nvSpPr>
          <p:cNvPr id="81" name="Text 79"/>
          <p:cNvSpPr/>
          <p:nvPr/>
        </p:nvSpPr>
        <p:spPr>
          <a:xfrm>
            <a:off x="4584192" y="4818206"/>
            <a:ext cx="332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92400E"/>
                </a:solidFill>
              </a:rPr>
              <a:t>Perfis na Squad</a:t>
            </a:r>
            <a:endParaRPr lang="en-US" sz="1400"/>
          </a:p>
        </p:txBody>
      </p:sp>
      <p:sp>
        <p:nvSpPr>
          <p:cNvPr id="82" name="Text 80"/>
          <p:cNvSpPr/>
          <p:nvPr/>
        </p:nvSpPr>
        <p:spPr>
          <a:xfrm>
            <a:off x="4596287" y="5016132"/>
            <a:ext cx="3334415" cy="563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 xml:space="preserve">Falta um backend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exclusivo</a:t>
            </a:r>
            <a:endParaRPr lang="pt-BR" err="1"/>
          </a:p>
        </p:txBody>
      </p:sp>
      <p:sp>
        <p:nvSpPr>
          <p:cNvPr id="90" name="Shape 88"/>
          <p:cNvSpPr/>
          <p:nvPr/>
        </p:nvSpPr>
        <p:spPr>
          <a:xfrm>
            <a:off x="8052816" y="786384"/>
            <a:ext cx="394411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1" name="Shape 89"/>
          <p:cNvSpPr/>
          <p:nvPr/>
        </p:nvSpPr>
        <p:spPr>
          <a:xfrm>
            <a:off x="8052816" y="832104"/>
            <a:ext cx="3944112" cy="475488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92" name="Shape 90"/>
          <p:cNvSpPr/>
          <p:nvPr/>
        </p:nvSpPr>
        <p:spPr>
          <a:xfrm>
            <a:off x="8052816" y="832104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93" name="Shape 91"/>
          <p:cNvSpPr/>
          <p:nvPr/>
        </p:nvSpPr>
        <p:spPr>
          <a:xfrm>
            <a:off x="8180832" y="89611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94" name="Text 92"/>
          <p:cNvSpPr/>
          <p:nvPr/>
        </p:nvSpPr>
        <p:spPr>
          <a:xfrm>
            <a:off x="8180832" y="896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→</a:t>
            </a:r>
            <a:endParaRPr lang="en-US" sz="1400"/>
          </a:p>
        </p:txBody>
      </p:sp>
      <p:sp>
        <p:nvSpPr>
          <p:cNvPr id="95" name="Text 93"/>
          <p:cNvSpPr/>
          <p:nvPr/>
        </p:nvSpPr>
        <p:spPr>
          <a:xfrm>
            <a:off x="8528304" y="877824"/>
            <a:ext cx="341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4C1D95"/>
                </a:solidFill>
              </a:rPr>
              <a:t>Ações para próx. Sprint</a:t>
            </a:r>
            <a:endParaRPr lang="en-US" sz="1400"/>
          </a:p>
        </p:txBody>
      </p:sp>
      <p:sp>
        <p:nvSpPr>
          <p:cNvPr id="96" name="Text 94"/>
          <p:cNvSpPr/>
          <p:nvPr/>
        </p:nvSpPr>
        <p:spPr>
          <a:xfrm>
            <a:off x="8528304" y="1088136"/>
            <a:ext cx="341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8B5CF6"/>
                </a:solidFill>
              </a:rPr>
              <a:t xml:space="preserve">3 </a:t>
            </a:r>
            <a:r>
              <a:rPr lang="en-US" sz="1400" err="1">
                <a:solidFill>
                  <a:srgbClr val="8B5CF6"/>
                </a:solidFill>
              </a:rPr>
              <a:t>ações</a:t>
            </a:r>
            <a:r>
              <a:rPr lang="en-US" sz="1400">
                <a:solidFill>
                  <a:srgbClr val="8B5CF6"/>
                </a:solidFill>
              </a:rPr>
              <a:t xml:space="preserve"> </a:t>
            </a:r>
            <a:r>
              <a:rPr lang="en-US" sz="1400" err="1">
                <a:solidFill>
                  <a:srgbClr val="8B5CF6"/>
                </a:solidFill>
              </a:rPr>
              <a:t>definidas</a:t>
            </a:r>
            <a:endParaRPr lang="en-US" sz="1400" err="1"/>
          </a:p>
        </p:txBody>
      </p:sp>
      <p:sp>
        <p:nvSpPr>
          <p:cNvPr id="97" name="Shape 95"/>
          <p:cNvSpPr/>
          <p:nvPr/>
        </p:nvSpPr>
        <p:spPr>
          <a:xfrm>
            <a:off x="8144256" y="1371600"/>
            <a:ext cx="3761232" cy="128016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98" name="Shape 96"/>
          <p:cNvSpPr/>
          <p:nvPr/>
        </p:nvSpPr>
        <p:spPr>
          <a:xfrm>
            <a:off x="8132883" y="1371600"/>
            <a:ext cx="36576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99" name="Shape 97"/>
          <p:cNvSpPr/>
          <p:nvPr/>
        </p:nvSpPr>
        <p:spPr>
          <a:xfrm>
            <a:off x="8235696" y="1901952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00" name="Text 98"/>
          <p:cNvSpPr/>
          <p:nvPr/>
        </p:nvSpPr>
        <p:spPr>
          <a:xfrm>
            <a:off x="8235696" y="1901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101" name="Text 99"/>
          <p:cNvSpPr/>
          <p:nvPr/>
        </p:nvSpPr>
        <p:spPr>
          <a:xfrm>
            <a:off x="8516209" y="1411418"/>
            <a:ext cx="3346510" cy="29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5B21B6"/>
                </a:solidFill>
                <a:ea typeface="Calibri"/>
                <a:cs typeface="Calibri"/>
              </a:rPr>
              <a:t>Backlog da Sprint</a:t>
            </a:r>
          </a:p>
        </p:txBody>
      </p:sp>
      <p:sp>
        <p:nvSpPr>
          <p:cNvPr id="102" name="Text 100"/>
          <p:cNvSpPr/>
          <p:nvPr/>
        </p:nvSpPr>
        <p:spPr>
          <a:xfrm>
            <a:off x="8494185" y="1734448"/>
            <a:ext cx="3481542" cy="919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400">
                <a:solidFill>
                  <a:srgbClr val="1E293B"/>
                </a:solidFill>
                <a:ea typeface="+mn-lt"/>
                <a:cs typeface="+mn-lt"/>
              </a:rPr>
              <a:t xml:space="preserve">Alocação de cards na Sprint: - Na </a:t>
            </a:r>
            <a:r>
              <a:rPr lang="pt-BR" sz="1400" err="1">
                <a:solidFill>
                  <a:srgbClr val="1E293B"/>
                </a:solidFill>
                <a:ea typeface="+mn-lt"/>
                <a:cs typeface="+mn-lt"/>
              </a:rPr>
              <a:t>planning</a:t>
            </a:r>
            <a:r>
              <a:rPr lang="pt-BR" sz="1400">
                <a:solidFill>
                  <a:srgbClr val="1E293B"/>
                </a:solidFill>
                <a:ea typeface="+mn-lt"/>
                <a:cs typeface="+mn-lt"/>
              </a:rPr>
              <a:t xml:space="preserve"> estimar todas as </a:t>
            </a:r>
            <a:r>
              <a:rPr lang="pt-BR" sz="1400" err="1">
                <a:solidFill>
                  <a:srgbClr val="1E293B"/>
                </a:solidFill>
                <a:ea typeface="+mn-lt"/>
                <a:cs typeface="+mn-lt"/>
              </a:rPr>
              <a:t>PBIs</a:t>
            </a:r>
            <a:r>
              <a:rPr lang="pt-BR" sz="1400">
                <a:solidFill>
                  <a:srgbClr val="1E293B"/>
                </a:solidFill>
                <a:ea typeface="+mn-lt"/>
                <a:cs typeface="+mn-lt"/>
              </a:rPr>
              <a:t xml:space="preserve"> e caso ultrapasse a capacidade produtiva, solicitar apoio de </a:t>
            </a:r>
            <a:r>
              <a:rPr lang="pt-BR" sz="1400" err="1">
                <a:solidFill>
                  <a:srgbClr val="1E293B"/>
                </a:solidFill>
                <a:ea typeface="+mn-lt"/>
                <a:cs typeface="+mn-lt"/>
              </a:rPr>
              <a:t>dev</a:t>
            </a:r>
            <a:r>
              <a:rPr lang="pt-BR" sz="1400">
                <a:solidFill>
                  <a:srgbClr val="1E293B"/>
                </a:solidFill>
                <a:ea typeface="+mn-lt"/>
                <a:cs typeface="+mn-lt"/>
              </a:rPr>
              <a:t xml:space="preserve"> de outro time.</a:t>
            </a:r>
            <a:endParaRPr lang="en-US" sz="1400">
              <a:solidFill>
                <a:srgbClr val="1E293B"/>
              </a:solidFill>
              <a:ea typeface="+mn-lt"/>
              <a:cs typeface="+mn-lt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8155629" y="2695973"/>
            <a:ext cx="3749137" cy="125885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04" name="Shape 102"/>
          <p:cNvSpPr/>
          <p:nvPr/>
        </p:nvSpPr>
        <p:spPr>
          <a:xfrm>
            <a:off x="8132883" y="2695251"/>
            <a:ext cx="36576" cy="127916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05" name="Shape 103"/>
          <p:cNvSpPr/>
          <p:nvPr/>
        </p:nvSpPr>
        <p:spPr>
          <a:xfrm>
            <a:off x="8235696" y="3236976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06" name="Text 104"/>
          <p:cNvSpPr/>
          <p:nvPr/>
        </p:nvSpPr>
        <p:spPr>
          <a:xfrm>
            <a:off x="8235696" y="3236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107" name="Text 105"/>
          <p:cNvSpPr/>
          <p:nvPr/>
        </p:nvSpPr>
        <p:spPr>
          <a:xfrm>
            <a:off x="8516931" y="2770633"/>
            <a:ext cx="3333693" cy="330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5B21B6"/>
                </a:solidFill>
                <a:ea typeface="+mn-lt"/>
                <a:cs typeface="+mn-lt"/>
              </a:rPr>
              <a:t>Pedidos</a:t>
            </a:r>
            <a:r>
              <a:rPr lang="en-US" sz="1400" b="1">
                <a:solidFill>
                  <a:srgbClr val="5B21B6"/>
                </a:solidFill>
                <a:ea typeface="+mn-lt"/>
                <a:cs typeface="+mn-lt"/>
              </a:rPr>
              <a:t xml:space="preserve"> de </a:t>
            </a:r>
            <a:r>
              <a:rPr lang="en-US" sz="1400" b="1" err="1">
                <a:solidFill>
                  <a:srgbClr val="5B21B6"/>
                </a:solidFill>
                <a:ea typeface="+mn-lt"/>
                <a:cs typeface="+mn-lt"/>
              </a:rPr>
              <a:t>Mudança</a:t>
            </a:r>
            <a:r>
              <a:rPr lang="en-US" sz="1400" b="1">
                <a:solidFill>
                  <a:srgbClr val="5B21B6"/>
                </a:solidFill>
                <a:ea typeface="+mn-lt"/>
                <a:cs typeface="+mn-lt"/>
              </a:rPr>
              <a:t> (</a:t>
            </a:r>
            <a:r>
              <a:rPr lang="en-US" sz="1400" b="1" err="1">
                <a:solidFill>
                  <a:srgbClr val="5B21B6"/>
                </a:solidFill>
                <a:ea typeface="+mn-lt"/>
                <a:cs typeface="+mn-lt"/>
              </a:rPr>
              <a:t>Negócios</a:t>
            </a:r>
            <a:r>
              <a:rPr lang="en-US" sz="1400" b="1">
                <a:solidFill>
                  <a:srgbClr val="5B21B6"/>
                </a:solidFill>
                <a:ea typeface="+mn-lt"/>
                <a:cs typeface="+mn-lt"/>
              </a:rPr>
              <a:t>)</a:t>
            </a:r>
            <a:endParaRPr lang="en-US" sz="1400" b="1">
              <a:solidFill>
                <a:srgbClr val="5B21B6"/>
              </a:solidFill>
              <a:ea typeface="Calibri"/>
              <a:cs typeface="Calibri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8504114" y="3082832"/>
            <a:ext cx="3366368" cy="74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400" b="1" err="1"/>
              <a:t>Tagueamento</a:t>
            </a:r>
            <a:r>
              <a:rPr lang="pt-BR" sz="1400"/>
              <a:t>: Ter documentos mais detalhados, que direcionem o desenvolvimento.</a:t>
            </a:r>
            <a:endParaRPr lang="en-US" sz="140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pt-BR" sz="14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8132161" y="4030274"/>
            <a:ext cx="3761232" cy="128016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10" name="Shape 108"/>
          <p:cNvSpPr/>
          <p:nvPr/>
        </p:nvSpPr>
        <p:spPr>
          <a:xfrm>
            <a:off x="8132161" y="4007530"/>
            <a:ext cx="36576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11" name="Shape 109"/>
          <p:cNvSpPr/>
          <p:nvPr/>
        </p:nvSpPr>
        <p:spPr>
          <a:xfrm>
            <a:off x="8223601" y="452650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12" name="Text 110"/>
          <p:cNvSpPr/>
          <p:nvPr/>
        </p:nvSpPr>
        <p:spPr>
          <a:xfrm>
            <a:off x="8223601" y="454925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114" name="Text 112"/>
          <p:cNvSpPr/>
          <p:nvPr/>
        </p:nvSpPr>
        <p:spPr>
          <a:xfrm>
            <a:off x="8504114" y="4364779"/>
            <a:ext cx="3346510" cy="902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400" b="1"/>
              <a:t>Retrabalho</a:t>
            </a:r>
            <a:r>
              <a:rPr lang="pt-BR" sz="1400"/>
              <a:t xml:space="preserve">: Registrar como </a:t>
            </a:r>
            <a:r>
              <a:rPr lang="pt-BR" sz="1400" err="1"/>
              <a:t>sub-task</a:t>
            </a:r>
            <a:r>
              <a:rPr lang="pt-BR" sz="1400"/>
              <a:t xml:space="preserve"> todos os pedidos de mudança nas </a:t>
            </a:r>
            <a:r>
              <a:rPr lang="pt-BR" sz="1400" err="1"/>
              <a:t>PBIs</a:t>
            </a:r>
            <a:r>
              <a:rPr lang="pt-BR" sz="1400"/>
              <a:t xml:space="preserve"> (com </a:t>
            </a:r>
            <a:r>
              <a:rPr lang="pt-BR" sz="1400" err="1"/>
              <a:t>tag</a:t>
            </a:r>
            <a:r>
              <a:rPr lang="pt-BR" sz="1400"/>
              <a:t xml:space="preserve"> mudança, estimativa e apontamento de horas).</a:t>
            </a:r>
            <a:endParaRPr lang="en-US" sz="140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8223601" y="5145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0" y="6821424"/>
            <a:ext cx="12161520" cy="274320"/>
          </a:xfrm>
          <a:prstGeom prst="rect">
            <a:avLst/>
          </a:prstGeom>
          <a:solidFill>
            <a:srgbClr val="F3E8FF"/>
          </a:solidFill>
          <a:ln w="508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22" name="Shape 120"/>
          <p:cNvSpPr/>
          <p:nvPr/>
        </p:nvSpPr>
        <p:spPr>
          <a:xfrm>
            <a:off x="0" y="6821424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23" name="Shape 121"/>
          <p:cNvSpPr/>
          <p:nvPr/>
        </p:nvSpPr>
        <p:spPr>
          <a:xfrm>
            <a:off x="201168" y="690372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24" name="Text 122"/>
          <p:cNvSpPr/>
          <p:nvPr/>
        </p:nvSpPr>
        <p:spPr>
          <a:xfrm>
            <a:off x="365760" y="6821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B21B6"/>
                </a:solidFill>
              </a:rPr>
              <a:t xml:space="preserve">2 </a:t>
            </a:r>
            <a:r>
              <a:rPr lang="en-US" sz="1400" err="1">
                <a:solidFill>
                  <a:srgbClr val="5B21B6"/>
                </a:solidFill>
              </a:rPr>
              <a:t>pontos</a:t>
            </a:r>
            <a:r>
              <a:rPr lang="en-US" sz="1400">
                <a:solidFill>
                  <a:srgbClr val="5B21B6"/>
                </a:solidFill>
              </a:rPr>
              <a:t xml:space="preserve"> </a:t>
            </a:r>
            <a:r>
              <a:rPr lang="en-US" sz="1400" err="1">
                <a:solidFill>
                  <a:srgbClr val="5B21B6"/>
                </a:solidFill>
              </a:rPr>
              <a:t>positivos</a:t>
            </a:r>
            <a:endParaRPr lang="en-US" sz="1400" err="1"/>
          </a:p>
        </p:txBody>
      </p:sp>
      <p:sp>
        <p:nvSpPr>
          <p:cNvPr id="125" name="Shape 123"/>
          <p:cNvSpPr/>
          <p:nvPr/>
        </p:nvSpPr>
        <p:spPr>
          <a:xfrm>
            <a:off x="2926080" y="690372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26" name="Text 124"/>
          <p:cNvSpPr/>
          <p:nvPr/>
        </p:nvSpPr>
        <p:spPr>
          <a:xfrm>
            <a:off x="3090672" y="6821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B21B6"/>
                </a:solidFill>
              </a:rPr>
              <a:t xml:space="preserve">4 </a:t>
            </a:r>
            <a:r>
              <a:rPr lang="en-US" sz="1400" err="1">
                <a:solidFill>
                  <a:srgbClr val="5B21B6"/>
                </a:solidFill>
              </a:rPr>
              <a:t>pontos</a:t>
            </a:r>
            <a:r>
              <a:rPr lang="en-US" sz="1400">
                <a:solidFill>
                  <a:srgbClr val="5B21B6"/>
                </a:solidFill>
              </a:rPr>
              <a:t xml:space="preserve"> de </a:t>
            </a:r>
            <a:r>
              <a:rPr lang="en-US" sz="1400" err="1">
                <a:solidFill>
                  <a:srgbClr val="5B21B6"/>
                </a:solidFill>
              </a:rPr>
              <a:t>atenção</a:t>
            </a:r>
            <a:endParaRPr lang="en-US" sz="1400" err="1"/>
          </a:p>
        </p:txBody>
      </p:sp>
      <p:sp>
        <p:nvSpPr>
          <p:cNvPr id="127" name="Shape 125"/>
          <p:cNvSpPr/>
          <p:nvPr/>
        </p:nvSpPr>
        <p:spPr>
          <a:xfrm>
            <a:off x="5669280" y="690372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 sz="1400"/>
          </a:p>
        </p:txBody>
      </p:sp>
      <p:sp>
        <p:nvSpPr>
          <p:cNvPr id="128" name="Text 126"/>
          <p:cNvSpPr/>
          <p:nvPr/>
        </p:nvSpPr>
        <p:spPr>
          <a:xfrm>
            <a:off x="5833872" y="6821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B21B6"/>
                </a:solidFill>
              </a:rPr>
              <a:t xml:space="preserve">3 </a:t>
            </a:r>
            <a:r>
              <a:rPr lang="en-US" sz="1400" err="1">
                <a:solidFill>
                  <a:srgbClr val="5B21B6"/>
                </a:solidFill>
              </a:rPr>
              <a:t>ações</a:t>
            </a:r>
            <a:r>
              <a:rPr lang="en-US" sz="1400">
                <a:solidFill>
                  <a:srgbClr val="5B21B6"/>
                </a:solidFill>
              </a:rPr>
              <a:t xml:space="preserve"> para Sprint #24</a:t>
            </a:r>
            <a:endParaRPr lang="en-US" sz="1400"/>
          </a:p>
        </p:txBody>
      </p:sp>
      <p:sp>
        <p:nvSpPr>
          <p:cNvPr id="129" name="Text 127"/>
          <p:cNvSpPr/>
          <p:nvPr/>
        </p:nvSpPr>
        <p:spPr>
          <a:xfrm>
            <a:off x="9875520" y="6821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>
                <a:solidFill>
                  <a:srgbClr val="64748B"/>
                </a:solidFill>
              </a:rPr>
              <a:t xml:space="preserve">Sprint #24 — </a:t>
            </a:r>
            <a:r>
              <a:rPr lang="en-US" sz="1400" i="1" err="1">
                <a:solidFill>
                  <a:srgbClr val="64748B"/>
                </a:solidFill>
              </a:rPr>
              <a:t>Familhão</a:t>
            </a:r>
            <a:endParaRPr lang="en-US" sz="1400" err="1"/>
          </a:p>
        </p:txBody>
      </p:sp>
      <p:sp>
        <p:nvSpPr>
          <p:cNvPr id="37" name="Text 105">
            <a:extLst>
              <a:ext uri="{FF2B5EF4-FFF2-40B4-BE49-F238E27FC236}">
                <a16:creationId xmlns:a16="http://schemas.microsoft.com/office/drawing/2014/main" id="{0B7EC600-8EFE-72BD-4D19-1D10AEEF91B3}"/>
              </a:ext>
            </a:extLst>
          </p:cNvPr>
          <p:cNvSpPr/>
          <p:nvPr/>
        </p:nvSpPr>
        <p:spPr>
          <a:xfrm>
            <a:off x="8516930" y="4004346"/>
            <a:ext cx="3333693" cy="330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5B21B6"/>
                </a:solidFill>
                <a:ea typeface="+mn-lt"/>
                <a:cs typeface="+mn-lt"/>
              </a:rPr>
              <a:t>Pedidos</a:t>
            </a:r>
            <a:r>
              <a:rPr lang="en-US" sz="1400" b="1">
                <a:solidFill>
                  <a:srgbClr val="5B21B6"/>
                </a:solidFill>
                <a:ea typeface="+mn-lt"/>
                <a:cs typeface="+mn-lt"/>
              </a:rPr>
              <a:t xml:space="preserve"> de </a:t>
            </a:r>
            <a:r>
              <a:rPr lang="en-US" sz="1400" b="1" err="1">
                <a:solidFill>
                  <a:srgbClr val="5B21B6"/>
                </a:solidFill>
                <a:ea typeface="+mn-lt"/>
                <a:cs typeface="+mn-lt"/>
              </a:rPr>
              <a:t>Mudança</a:t>
            </a:r>
            <a:r>
              <a:rPr lang="en-US" sz="1400" b="1">
                <a:solidFill>
                  <a:srgbClr val="5B21B6"/>
                </a:solidFill>
                <a:ea typeface="+mn-lt"/>
                <a:cs typeface="+mn-lt"/>
              </a:rPr>
              <a:t> (</a:t>
            </a:r>
            <a:r>
              <a:rPr lang="en-US" sz="1400" b="1" err="1">
                <a:solidFill>
                  <a:srgbClr val="5B21B6"/>
                </a:solidFill>
                <a:ea typeface="+mn-lt"/>
                <a:cs typeface="+mn-lt"/>
              </a:rPr>
              <a:t>Negócios</a:t>
            </a:r>
            <a:r>
              <a:rPr lang="en-US" sz="1400" b="1">
                <a:solidFill>
                  <a:srgbClr val="5B21B6"/>
                </a:solidFill>
                <a:ea typeface="+mn-lt"/>
                <a:cs typeface="+mn-lt"/>
              </a:rPr>
              <a:t>)</a:t>
            </a:r>
            <a:endParaRPr lang="en-US" sz="1400" b="1">
              <a:solidFill>
                <a:srgbClr val="5B21B6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solidFill>
            <a:srgbClr val="6ECBBF"/>
          </a:solidFill>
          <a:ln/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Montserrat"/>
              </a:rPr>
              <a:t>06</a:t>
            </a:r>
            <a:endParaRPr lang="en-US" sz="2800"/>
          </a:p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37360" y="2011680"/>
            <a:ext cx="97138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err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Planejamento</a:t>
            </a:r>
            <a:r>
              <a:rPr lang="en-US" sz="3400" b="1">
                <a:solidFill>
                  <a:srgbClr val="FFFFFF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 xml:space="preserve"> da Sprint 24 – 02/06 a 15/06</a:t>
            </a:r>
            <a:endParaRPr lang="en-US" sz="34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37360" y="3063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ECBB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Painel geral, DOD e pontos entregues</a:t>
            </a:r>
            <a:endParaRPr lang="en-US" sz="1400"/>
          </a:p>
        </p:txBody>
      </p:sp>
      <p:pic>
        <p:nvPicPr>
          <p:cNvPr id="7" name="Image 0" descr="/home/claude/familhao_Imagem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943600"/>
            <a:ext cx="173736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37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43A7A8-0A6D-2A67-83F3-F4C67D9D0CF5}"/>
              </a:ext>
            </a:extLst>
          </p:cNvPr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276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217BF4-AC4A-39F3-CAAA-7C4CE4E9C161}"/>
              </a:ext>
            </a:extLst>
          </p:cNvPr>
          <p:cNvSpPr/>
          <p:nvPr/>
        </p:nvSpPr>
        <p:spPr>
          <a:xfrm>
            <a:off x="0" y="786384"/>
            <a:ext cx="12188952" cy="4572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12D98B-8BC3-586A-6A63-D4483A35794B}"/>
              </a:ext>
            </a:extLst>
          </p:cNvPr>
          <p:cNvSpPr/>
          <p:nvPr/>
        </p:nvSpPr>
        <p:spPr>
          <a:xfrm>
            <a:off x="384048" y="0"/>
            <a:ext cx="841248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Planejamento</a:t>
            </a:r>
            <a:r>
              <a:rPr lang="en-US" sz="2000" b="1" i="0" u="none" strike="noStrike" kern="1200" cap="none" spc="0" baseline="0" dirty="0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 xml:space="preserve"> Sprint 25 — </a:t>
            </a:r>
            <a:r>
              <a:rPr lang="en-US" sz="20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Visão</a:t>
            </a:r>
            <a:r>
              <a:rPr lang="en-US" sz="2000" b="1" i="0" u="none" strike="noStrike" kern="1200" cap="none" spc="0" baseline="0" dirty="0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 xml:space="preserve"> </a:t>
            </a:r>
            <a:r>
              <a:rPr lang="en-US" sz="2000" b="1" i="0" u="none" strike="noStrike" kern="1200" cap="none" spc="0" baseline="0" dirty="0" err="1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Executiva</a:t>
            </a:r>
            <a:endParaRPr lang="en-US" sz="2000" b="0" i="0" u="none" strike="noStrike" kern="1200" cap="none" spc="0" baseline="0" dirty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A7A70D-9E02-15D2-8D8E-B0AAC381654A}"/>
              </a:ext>
            </a:extLst>
          </p:cNvPr>
          <p:cNvSpPr/>
          <p:nvPr/>
        </p:nvSpPr>
        <p:spPr>
          <a:xfrm>
            <a:off x="396145" y="599681"/>
            <a:ext cx="8400382" cy="12298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0" i="0" u="none" strike="noStrike" kern="1200" cap="none" spc="0" baseline="0">
                <a:solidFill>
                  <a:srgbClr val="93C5FD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Horas estimadas · Capacidade · DOD · Transbordo· Pontos de atenção</a:t>
            </a:r>
            <a:endParaRPr lang="en-US" sz="950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pic>
        <p:nvPicPr>
          <p:cNvPr id="6" name="Image 0" descr="/home/claude/familhao_Imagem_6.png">
            <a:extLst>
              <a:ext uri="{FF2B5EF4-FFF2-40B4-BE49-F238E27FC236}">
                <a16:creationId xmlns:a16="http://schemas.microsoft.com/office/drawing/2014/main" id="{1AC42433-8BBE-F8B7-7CE1-BD2588CF2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45720"/>
            <a:ext cx="1737360" cy="69494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DBD2C537-FA7C-BF50-30B8-24D2BF2BF288}"/>
              </a:ext>
            </a:extLst>
          </p:cNvPr>
          <p:cNvSpPr/>
          <p:nvPr/>
        </p:nvSpPr>
        <p:spPr>
          <a:xfrm>
            <a:off x="9235440" y="137160"/>
            <a:ext cx="868680" cy="457200"/>
          </a:xfrm>
          <a:prstGeom prst="rect">
            <a:avLst/>
          </a:prstGeom>
          <a:solidFill>
            <a:srgbClr val="0D948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98D004D-0C13-5173-8654-9284F1E2DA2A}"/>
              </a:ext>
            </a:extLst>
          </p:cNvPr>
          <p:cNvSpPr/>
          <p:nvPr/>
        </p:nvSpPr>
        <p:spPr>
          <a:xfrm>
            <a:off x="9235440" y="137160"/>
            <a:ext cx="86868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761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Sprint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761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#24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7A8F079-C731-C780-F733-5C7E2AD67FC6}"/>
              </a:ext>
            </a:extLst>
          </p:cNvPr>
          <p:cNvSpPr/>
          <p:nvPr/>
        </p:nvSpPr>
        <p:spPr>
          <a:xfrm>
            <a:off x="320040" y="877824"/>
            <a:ext cx="1828800" cy="804672"/>
          </a:xfrm>
          <a:custGeom>
            <a:avLst>
              <a:gd name="f0" fmla="val 171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1FAE5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00039A4-DB31-833B-ED55-3B7D11BA53A2}"/>
              </a:ext>
            </a:extLst>
          </p:cNvPr>
          <p:cNvSpPr/>
          <p:nvPr/>
        </p:nvSpPr>
        <p:spPr>
          <a:xfrm>
            <a:off x="320040" y="877824"/>
            <a:ext cx="1828800" cy="36576"/>
          </a:xfrm>
          <a:prstGeom prst="rect">
            <a:avLst/>
          </a:prstGeom>
          <a:solidFill>
            <a:srgbClr val="059669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78FDBCF-E44D-2F1E-2919-BC90AAA89D3A}"/>
              </a:ext>
            </a:extLst>
          </p:cNvPr>
          <p:cNvSpPr/>
          <p:nvPr/>
        </p:nvSpPr>
        <p:spPr>
          <a:xfrm>
            <a:off x="320040" y="923544"/>
            <a:ext cx="18288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1" i="0" u="none" strike="noStrike" kern="1200" cap="none" spc="0" baseline="0">
                <a:solidFill>
                  <a:srgbClr val="059669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Capacidade operacional  - Original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C0D120E-C255-D0E7-9742-C5D86143FE98}"/>
              </a:ext>
            </a:extLst>
          </p:cNvPr>
          <p:cNvSpPr/>
          <p:nvPr/>
        </p:nvSpPr>
        <p:spPr>
          <a:xfrm>
            <a:off x="320040" y="1124712"/>
            <a:ext cx="182880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059669"/>
                </a:solidFill>
                <a:latin typeface="Montserrat"/>
              </a:rPr>
              <a:t>81</a:t>
            </a:r>
            <a:r>
              <a:rPr lang="en-US" sz="1800" b="1" i="0" u="none" strike="noStrike" kern="1200" cap="none" spc="0" baseline="0" dirty="0">
                <a:solidFill>
                  <a:srgbClr val="059669"/>
                </a:solidFill>
                <a:uFillTx/>
                <a:latin typeface="Montserrat"/>
              </a:rPr>
              <a:t>h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5D34C06-34AC-7C64-FCDB-8683FD83AB9B}"/>
              </a:ext>
            </a:extLst>
          </p:cNvPr>
          <p:cNvSpPr/>
          <p:nvPr/>
        </p:nvSpPr>
        <p:spPr>
          <a:xfrm>
            <a:off x="320040" y="1472184"/>
            <a:ext cx="18288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0" i="0" u="none" strike="noStrike" kern="1200" cap="none" spc="0" baseline="0">
                <a:solidFill>
                  <a:srgbClr val="059669"/>
                </a:solidFill>
                <a:uFillTx/>
                <a:latin typeface="Century Gothic"/>
                <a:ea typeface="Century Gothic" pitchFamily="34"/>
                <a:cs typeface="Century Gothic" pitchFamily="34"/>
              </a:rPr>
              <a:t>1 Front  (54)+ 1/2 QA (27)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625FBE2-2E85-7164-A0A9-8EF2519D4FBE}"/>
              </a:ext>
            </a:extLst>
          </p:cNvPr>
          <p:cNvSpPr/>
          <p:nvPr/>
        </p:nvSpPr>
        <p:spPr>
          <a:xfrm>
            <a:off x="2258568" y="877824"/>
            <a:ext cx="1828800" cy="804672"/>
          </a:xfrm>
          <a:custGeom>
            <a:avLst>
              <a:gd name="f0" fmla="val 171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3F4F6"/>
          </a:solidFill>
          <a:ln w="12701" cap="flat">
            <a:solidFill>
              <a:srgbClr val="1E276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48A008B-F354-3D8F-86AA-30404AB84BE1}"/>
              </a:ext>
            </a:extLst>
          </p:cNvPr>
          <p:cNvSpPr/>
          <p:nvPr/>
        </p:nvSpPr>
        <p:spPr>
          <a:xfrm>
            <a:off x="2258568" y="877824"/>
            <a:ext cx="1828800" cy="36576"/>
          </a:xfrm>
          <a:prstGeom prst="rect">
            <a:avLst/>
          </a:prstGeom>
          <a:solidFill>
            <a:srgbClr val="1E2761"/>
          </a:solidFill>
          <a:ln w="12701" cap="flat">
            <a:solidFill>
              <a:srgbClr val="1E276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15A14E7-14D3-804A-0300-FDF8EAA59CFB}"/>
              </a:ext>
            </a:extLst>
          </p:cNvPr>
          <p:cNvSpPr/>
          <p:nvPr/>
        </p:nvSpPr>
        <p:spPr>
          <a:xfrm>
            <a:off x="2258568" y="923544"/>
            <a:ext cx="18288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1" i="0" u="none" strike="noStrike" kern="1200" cap="none" spc="0" baseline="0">
                <a:solidFill>
                  <a:srgbClr val="1E2761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Horas estimadas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75BC461-9C95-51AA-CBD7-6FCFB82542B9}"/>
              </a:ext>
            </a:extLst>
          </p:cNvPr>
          <p:cNvSpPr/>
          <p:nvPr/>
        </p:nvSpPr>
        <p:spPr>
          <a:xfrm>
            <a:off x="2258568" y="1124712"/>
            <a:ext cx="182880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1E2761"/>
                </a:solidFill>
                <a:uFillTx/>
                <a:latin typeface="Montserrat"/>
              </a:rPr>
              <a:t>63h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EF39478-38E7-6908-0732-E681E560107B}"/>
              </a:ext>
            </a:extLst>
          </p:cNvPr>
          <p:cNvSpPr/>
          <p:nvPr/>
        </p:nvSpPr>
        <p:spPr>
          <a:xfrm>
            <a:off x="2258568" y="1472184"/>
            <a:ext cx="18288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50" b="0" i="0" u="none" strike="noStrike" kern="1200" cap="none" spc="0" baseline="0">
              <a:solidFill>
                <a:srgbClr val="1E2761"/>
              </a:solidFill>
              <a:uFillTx/>
              <a:latin typeface="Century Gothic"/>
              <a:ea typeface="Calibri"/>
              <a:cs typeface="Calibri"/>
            </a:endParaRPr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A4B1859B-D6E3-63E0-59C8-4616259569D4}"/>
              </a:ext>
            </a:extLst>
          </p:cNvPr>
          <p:cNvSpPr/>
          <p:nvPr/>
        </p:nvSpPr>
        <p:spPr>
          <a:xfrm>
            <a:off x="4203405" y="905036"/>
            <a:ext cx="1828800" cy="804672"/>
          </a:xfrm>
          <a:custGeom>
            <a:avLst>
              <a:gd name="f0" fmla="val 171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EE2E2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3A77D91E-332D-410E-A189-6C6DA34872E2}"/>
              </a:ext>
            </a:extLst>
          </p:cNvPr>
          <p:cNvSpPr/>
          <p:nvPr/>
        </p:nvSpPr>
        <p:spPr>
          <a:xfrm>
            <a:off x="4194334" y="877824"/>
            <a:ext cx="1828800" cy="36576"/>
          </a:xfrm>
          <a:prstGeom prst="rect">
            <a:avLst/>
          </a:prstGeom>
          <a:solidFill>
            <a:srgbClr val="DC2626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D3057041-166C-1913-818D-6DAAAA834EF3}"/>
              </a:ext>
            </a:extLst>
          </p:cNvPr>
          <p:cNvSpPr/>
          <p:nvPr/>
        </p:nvSpPr>
        <p:spPr>
          <a:xfrm>
            <a:off x="4203405" y="959827"/>
            <a:ext cx="18288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50" b="1" i="0" u="none" strike="noStrike" kern="1200" cap="none" spc="0" baseline="0">
                <a:solidFill>
                  <a:srgbClr val="DC2626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QA utilização</a:t>
            </a:r>
            <a:endParaRPr lang="en-US" sz="7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6977784D-FF3A-B8FF-6252-DEE020B844D6}"/>
              </a:ext>
            </a:extLst>
          </p:cNvPr>
          <p:cNvSpPr/>
          <p:nvPr/>
        </p:nvSpPr>
        <p:spPr>
          <a:xfrm>
            <a:off x="4203405" y="1151924"/>
            <a:ext cx="182880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 dirty="0">
                <a:solidFill>
                  <a:srgbClr val="DC2626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122%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23" name="Text 36">
            <a:extLst>
              <a:ext uri="{FF2B5EF4-FFF2-40B4-BE49-F238E27FC236}">
                <a16:creationId xmlns:a16="http://schemas.microsoft.com/office/drawing/2014/main" id="{0024A234-8280-FAB4-4851-DCD73002E415}"/>
              </a:ext>
            </a:extLst>
          </p:cNvPr>
          <p:cNvSpPr/>
          <p:nvPr/>
        </p:nvSpPr>
        <p:spPr>
          <a:xfrm>
            <a:off x="320040" y="1828800"/>
            <a:ext cx="594360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E2761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📋  Distribuição de horas</a:t>
            </a:r>
            <a:endParaRPr lang="en-US" sz="1050" b="1" i="0" u="none" strike="noStrike" kern="1200" cap="none" spc="0" baseline="0">
              <a:solidFill>
                <a:srgbClr val="1E2761"/>
              </a:solidFill>
              <a:uFillTx/>
              <a:latin typeface="Montserrat"/>
            </a:endParaRPr>
          </a:p>
        </p:txBody>
      </p:sp>
      <p:sp>
        <p:nvSpPr>
          <p:cNvPr id="24" name="Shape 37">
            <a:extLst>
              <a:ext uri="{FF2B5EF4-FFF2-40B4-BE49-F238E27FC236}">
                <a16:creationId xmlns:a16="http://schemas.microsoft.com/office/drawing/2014/main" id="{0399D85B-4964-E367-4D16-2B9B5EA82FBF}"/>
              </a:ext>
            </a:extLst>
          </p:cNvPr>
          <p:cNvSpPr/>
          <p:nvPr/>
        </p:nvSpPr>
        <p:spPr>
          <a:xfrm>
            <a:off x="320040" y="2103120"/>
            <a:ext cx="2468880" cy="256032"/>
          </a:xfrm>
          <a:prstGeom prst="rect">
            <a:avLst/>
          </a:prstGeom>
          <a:solidFill>
            <a:srgbClr val="1E2761"/>
          </a:solidFill>
          <a:ln w="12701" cap="flat">
            <a:solidFill>
              <a:srgbClr val="1E276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38">
            <a:extLst>
              <a:ext uri="{FF2B5EF4-FFF2-40B4-BE49-F238E27FC236}">
                <a16:creationId xmlns:a16="http://schemas.microsoft.com/office/drawing/2014/main" id="{A287ADE2-B1B8-A732-A3F5-B29C0BF1535F}"/>
              </a:ext>
            </a:extLst>
          </p:cNvPr>
          <p:cNvSpPr/>
          <p:nvPr/>
        </p:nvSpPr>
        <p:spPr>
          <a:xfrm>
            <a:off x="320040" y="2103120"/>
            <a:ext cx="246888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Projeto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Shape 39">
            <a:extLst>
              <a:ext uri="{FF2B5EF4-FFF2-40B4-BE49-F238E27FC236}">
                <a16:creationId xmlns:a16="http://schemas.microsoft.com/office/drawing/2014/main" id="{65CF81C8-2E46-81B6-BCDB-93FCE2C0B4EB}"/>
              </a:ext>
            </a:extLst>
          </p:cNvPr>
          <p:cNvSpPr/>
          <p:nvPr/>
        </p:nvSpPr>
        <p:spPr>
          <a:xfrm>
            <a:off x="2788920" y="2103120"/>
            <a:ext cx="749808" cy="256032"/>
          </a:xfrm>
          <a:prstGeom prst="rect">
            <a:avLst/>
          </a:prstGeom>
          <a:solidFill>
            <a:srgbClr val="1E2761"/>
          </a:solidFill>
          <a:ln w="12701" cap="flat">
            <a:solidFill>
              <a:srgbClr val="1E276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Text 40">
            <a:extLst>
              <a:ext uri="{FF2B5EF4-FFF2-40B4-BE49-F238E27FC236}">
                <a16:creationId xmlns:a16="http://schemas.microsoft.com/office/drawing/2014/main" id="{DBF8069F-AFF4-AFB5-C88F-4AF6270494BA}"/>
              </a:ext>
            </a:extLst>
          </p:cNvPr>
          <p:cNvSpPr/>
          <p:nvPr/>
        </p:nvSpPr>
        <p:spPr>
          <a:xfrm>
            <a:off x="2788920" y="2103120"/>
            <a:ext cx="74980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Montserrat"/>
              </a:rPr>
              <a:t>Front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Shape 41">
            <a:extLst>
              <a:ext uri="{FF2B5EF4-FFF2-40B4-BE49-F238E27FC236}">
                <a16:creationId xmlns:a16="http://schemas.microsoft.com/office/drawing/2014/main" id="{4E857FBA-0AF8-75D9-C35D-F0232E7C4AEE}"/>
              </a:ext>
            </a:extLst>
          </p:cNvPr>
          <p:cNvSpPr/>
          <p:nvPr/>
        </p:nvSpPr>
        <p:spPr>
          <a:xfrm>
            <a:off x="3538727" y="2103120"/>
            <a:ext cx="749808" cy="256032"/>
          </a:xfrm>
          <a:prstGeom prst="rect">
            <a:avLst/>
          </a:prstGeom>
          <a:solidFill>
            <a:srgbClr val="1E2761"/>
          </a:solidFill>
          <a:ln w="12701" cap="flat">
            <a:solidFill>
              <a:srgbClr val="1E276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 42">
            <a:extLst>
              <a:ext uri="{FF2B5EF4-FFF2-40B4-BE49-F238E27FC236}">
                <a16:creationId xmlns:a16="http://schemas.microsoft.com/office/drawing/2014/main" id="{1F5A4782-2105-1674-3D0D-2A970552A34F}"/>
              </a:ext>
            </a:extLst>
          </p:cNvPr>
          <p:cNvSpPr/>
          <p:nvPr/>
        </p:nvSpPr>
        <p:spPr>
          <a:xfrm>
            <a:off x="3538727" y="2103120"/>
            <a:ext cx="74980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QA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Shape 43">
            <a:extLst>
              <a:ext uri="{FF2B5EF4-FFF2-40B4-BE49-F238E27FC236}">
                <a16:creationId xmlns:a16="http://schemas.microsoft.com/office/drawing/2014/main" id="{79B4C9B0-9B12-7F7A-1345-54FA3ADEB654}"/>
              </a:ext>
            </a:extLst>
          </p:cNvPr>
          <p:cNvSpPr/>
          <p:nvPr/>
        </p:nvSpPr>
        <p:spPr>
          <a:xfrm>
            <a:off x="4288536" y="2103120"/>
            <a:ext cx="749808" cy="256032"/>
          </a:xfrm>
          <a:prstGeom prst="rect">
            <a:avLst/>
          </a:prstGeom>
          <a:solidFill>
            <a:srgbClr val="1E2761"/>
          </a:solidFill>
          <a:ln w="12701" cap="flat">
            <a:solidFill>
              <a:srgbClr val="1E276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Shape 45">
            <a:extLst>
              <a:ext uri="{FF2B5EF4-FFF2-40B4-BE49-F238E27FC236}">
                <a16:creationId xmlns:a16="http://schemas.microsoft.com/office/drawing/2014/main" id="{94A7C5CF-70DE-EA10-A1FA-1E913C1C01E7}"/>
              </a:ext>
            </a:extLst>
          </p:cNvPr>
          <p:cNvSpPr/>
          <p:nvPr/>
        </p:nvSpPr>
        <p:spPr>
          <a:xfrm>
            <a:off x="5038344" y="2103120"/>
            <a:ext cx="749808" cy="256032"/>
          </a:xfrm>
          <a:prstGeom prst="rect">
            <a:avLst/>
          </a:prstGeom>
          <a:solidFill>
            <a:srgbClr val="1E2761"/>
          </a:solidFill>
          <a:ln w="12701" cap="flat">
            <a:solidFill>
              <a:srgbClr val="1E276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Text 46">
            <a:extLst>
              <a:ext uri="{FF2B5EF4-FFF2-40B4-BE49-F238E27FC236}">
                <a16:creationId xmlns:a16="http://schemas.microsoft.com/office/drawing/2014/main" id="{9BD77645-B919-FE15-D640-B039342AD059}"/>
              </a:ext>
            </a:extLst>
          </p:cNvPr>
          <p:cNvSpPr/>
          <p:nvPr/>
        </p:nvSpPr>
        <p:spPr>
          <a:xfrm>
            <a:off x="5038344" y="2103120"/>
            <a:ext cx="749808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Total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3" name="Shape 47">
            <a:extLst>
              <a:ext uri="{FF2B5EF4-FFF2-40B4-BE49-F238E27FC236}">
                <a16:creationId xmlns:a16="http://schemas.microsoft.com/office/drawing/2014/main" id="{092C37DE-1AF4-E1E0-9688-0638448F0943}"/>
              </a:ext>
            </a:extLst>
          </p:cNvPr>
          <p:cNvSpPr/>
          <p:nvPr/>
        </p:nvSpPr>
        <p:spPr>
          <a:xfrm>
            <a:off x="320040" y="2359152"/>
            <a:ext cx="2468880" cy="3474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0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Ajustes e Correções – LP Virgínia</a:t>
            </a:r>
          </a:p>
        </p:txBody>
      </p:sp>
      <p:sp>
        <p:nvSpPr>
          <p:cNvPr id="34" name="Shape 48">
            <a:extLst>
              <a:ext uri="{FF2B5EF4-FFF2-40B4-BE49-F238E27FC236}">
                <a16:creationId xmlns:a16="http://schemas.microsoft.com/office/drawing/2014/main" id="{03459189-3D4F-4766-EFF2-E81D990550AE}"/>
              </a:ext>
            </a:extLst>
          </p:cNvPr>
          <p:cNvSpPr/>
          <p:nvPr/>
        </p:nvSpPr>
        <p:spPr>
          <a:xfrm>
            <a:off x="320040" y="2359152"/>
            <a:ext cx="45720" cy="347472"/>
          </a:xfrm>
          <a:prstGeom prst="rect">
            <a:avLst/>
          </a:prstGeom>
          <a:solidFill>
            <a:srgbClr val="2563EB"/>
          </a:solidFill>
          <a:ln w="12701" cap="flat">
            <a:solidFill>
              <a:srgbClr val="2563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5" name="Text 49">
            <a:extLst>
              <a:ext uri="{FF2B5EF4-FFF2-40B4-BE49-F238E27FC236}">
                <a16:creationId xmlns:a16="http://schemas.microsoft.com/office/drawing/2014/main" id="{86F22C65-385F-7083-D5EB-D7ACAE4CEA93}"/>
              </a:ext>
            </a:extLst>
          </p:cNvPr>
          <p:cNvSpPr/>
          <p:nvPr/>
        </p:nvSpPr>
        <p:spPr>
          <a:xfrm>
            <a:off x="411480" y="2359152"/>
            <a:ext cx="2359152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374151"/>
              </a:solidFill>
              <a:uFillTx/>
              <a:latin typeface="Century Gothic"/>
            </a:endParaRPr>
          </a:p>
        </p:txBody>
      </p:sp>
      <p:sp>
        <p:nvSpPr>
          <p:cNvPr id="36" name="Shape 50">
            <a:extLst>
              <a:ext uri="{FF2B5EF4-FFF2-40B4-BE49-F238E27FC236}">
                <a16:creationId xmlns:a16="http://schemas.microsoft.com/office/drawing/2014/main" id="{90461F15-9A66-FBBD-801F-81965B99C746}"/>
              </a:ext>
            </a:extLst>
          </p:cNvPr>
          <p:cNvSpPr/>
          <p:nvPr/>
        </p:nvSpPr>
        <p:spPr>
          <a:xfrm>
            <a:off x="2788920" y="2359152"/>
            <a:ext cx="749808" cy="3474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51">
            <a:extLst>
              <a:ext uri="{FF2B5EF4-FFF2-40B4-BE49-F238E27FC236}">
                <a16:creationId xmlns:a16="http://schemas.microsoft.com/office/drawing/2014/main" id="{35DF2189-93C4-9FD3-9F3F-32F3E974DB00}"/>
              </a:ext>
            </a:extLst>
          </p:cNvPr>
          <p:cNvSpPr/>
          <p:nvPr/>
        </p:nvSpPr>
        <p:spPr>
          <a:xfrm>
            <a:off x="2788920" y="2359152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 dirty="0">
                <a:solidFill>
                  <a:srgbClr val="2563EB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41h</a:t>
            </a: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8" name="Shape 52">
            <a:extLst>
              <a:ext uri="{FF2B5EF4-FFF2-40B4-BE49-F238E27FC236}">
                <a16:creationId xmlns:a16="http://schemas.microsoft.com/office/drawing/2014/main" id="{B446A446-F789-AF40-A947-EFCD9DFD72F3}"/>
              </a:ext>
            </a:extLst>
          </p:cNvPr>
          <p:cNvSpPr/>
          <p:nvPr/>
        </p:nvSpPr>
        <p:spPr>
          <a:xfrm>
            <a:off x="3538727" y="2359152"/>
            <a:ext cx="749808" cy="3474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53">
            <a:extLst>
              <a:ext uri="{FF2B5EF4-FFF2-40B4-BE49-F238E27FC236}">
                <a16:creationId xmlns:a16="http://schemas.microsoft.com/office/drawing/2014/main" id="{1E14486F-10D5-AB74-5AA7-955EC2A302BD}"/>
              </a:ext>
            </a:extLst>
          </p:cNvPr>
          <p:cNvSpPr/>
          <p:nvPr/>
        </p:nvSpPr>
        <p:spPr>
          <a:xfrm>
            <a:off x="3538727" y="2359152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059669"/>
                </a:solidFill>
                <a:latin typeface="Montserrat" pitchFamily="34"/>
                <a:ea typeface="Montserrat" pitchFamily="34"/>
                <a:cs typeface="Montserrat" pitchFamily="34"/>
              </a:rPr>
              <a:t>22</a:t>
            </a:r>
            <a:r>
              <a:rPr lang="en-US" sz="900" b="0" i="0" u="none" strike="noStrike" kern="1200" cap="none" spc="0" baseline="0" dirty="0">
                <a:solidFill>
                  <a:srgbClr val="059669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h</a:t>
            </a: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0" name="Shape 54">
            <a:extLst>
              <a:ext uri="{FF2B5EF4-FFF2-40B4-BE49-F238E27FC236}">
                <a16:creationId xmlns:a16="http://schemas.microsoft.com/office/drawing/2014/main" id="{7BF3672A-347C-07B6-11AB-3A621466E0CE}"/>
              </a:ext>
            </a:extLst>
          </p:cNvPr>
          <p:cNvSpPr/>
          <p:nvPr/>
        </p:nvSpPr>
        <p:spPr>
          <a:xfrm>
            <a:off x="4288536" y="2359152"/>
            <a:ext cx="749808" cy="347472"/>
          </a:xfrm>
          <a:prstGeom prst="rect">
            <a:avLst/>
          </a:prstGeom>
          <a:solidFill>
            <a:srgbClr val="F8F8F8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Text 55">
            <a:extLst>
              <a:ext uri="{FF2B5EF4-FFF2-40B4-BE49-F238E27FC236}">
                <a16:creationId xmlns:a16="http://schemas.microsoft.com/office/drawing/2014/main" id="{FF0A0955-953F-F583-2929-BA525F4C0977}"/>
              </a:ext>
            </a:extLst>
          </p:cNvPr>
          <p:cNvSpPr/>
          <p:nvPr/>
        </p:nvSpPr>
        <p:spPr>
          <a:xfrm>
            <a:off x="4288536" y="2359152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28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—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Shape 56">
            <a:extLst>
              <a:ext uri="{FF2B5EF4-FFF2-40B4-BE49-F238E27FC236}">
                <a16:creationId xmlns:a16="http://schemas.microsoft.com/office/drawing/2014/main" id="{EB0FE1C5-7084-3B5A-3062-05BDEFA7BF2D}"/>
              </a:ext>
            </a:extLst>
          </p:cNvPr>
          <p:cNvSpPr/>
          <p:nvPr/>
        </p:nvSpPr>
        <p:spPr>
          <a:xfrm>
            <a:off x="5038344" y="2359152"/>
            <a:ext cx="749808" cy="3474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3" name="Text 57">
            <a:extLst>
              <a:ext uri="{FF2B5EF4-FFF2-40B4-BE49-F238E27FC236}">
                <a16:creationId xmlns:a16="http://schemas.microsoft.com/office/drawing/2014/main" id="{AA06EF75-3BE2-1F8D-9DC4-FEC6D4CA797D}"/>
              </a:ext>
            </a:extLst>
          </p:cNvPr>
          <p:cNvSpPr/>
          <p:nvPr/>
        </p:nvSpPr>
        <p:spPr>
          <a:xfrm>
            <a:off x="5038344" y="2359152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dirty="0">
                <a:solidFill>
                  <a:srgbClr val="1E2761"/>
                </a:solidFill>
                <a:latin typeface="Montserrat"/>
              </a:rPr>
              <a:t>63</a:t>
            </a:r>
            <a:r>
              <a:rPr lang="en-US" sz="1000" b="1" i="0" u="none" strike="noStrike" kern="1200" cap="none" spc="0" baseline="0" dirty="0">
                <a:solidFill>
                  <a:srgbClr val="1E2761"/>
                </a:solidFill>
                <a:uFillTx/>
                <a:latin typeface="Montserrat"/>
              </a:rPr>
              <a:t>h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4" name="Shape 58">
            <a:extLst>
              <a:ext uri="{FF2B5EF4-FFF2-40B4-BE49-F238E27FC236}">
                <a16:creationId xmlns:a16="http://schemas.microsoft.com/office/drawing/2014/main" id="{C088AA4A-C2C2-744A-29BF-6FE4E8887A39}"/>
              </a:ext>
            </a:extLst>
          </p:cNvPr>
          <p:cNvSpPr/>
          <p:nvPr/>
        </p:nvSpPr>
        <p:spPr>
          <a:xfrm>
            <a:off x="320040" y="2706624"/>
            <a:ext cx="2468880" cy="347472"/>
          </a:xfrm>
          <a:prstGeom prst="rect">
            <a:avLst/>
          </a:prstGeom>
          <a:solidFill>
            <a:srgbClr val="F3F4F6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5" name="Shape 59">
            <a:extLst>
              <a:ext uri="{FF2B5EF4-FFF2-40B4-BE49-F238E27FC236}">
                <a16:creationId xmlns:a16="http://schemas.microsoft.com/office/drawing/2014/main" id="{F04A92B4-EE65-1564-9E1B-C301657CBA42}"/>
              </a:ext>
            </a:extLst>
          </p:cNvPr>
          <p:cNvSpPr/>
          <p:nvPr/>
        </p:nvSpPr>
        <p:spPr>
          <a:xfrm>
            <a:off x="320040" y="2706624"/>
            <a:ext cx="45720" cy="347472"/>
          </a:xfrm>
          <a:prstGeom prst="rect">
            <a:avLst/>
          </a:prstGeom>
          <a:solidFill>
            <a:srgbClr val="7030A0"/>
          </a:solidFill>
          <a:ln w="12701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6" name="Text 60">
            <a:extLst>
              <a:ext uri="{FF2B5EF4-FFF2-40B4-BE49-F238E27FC236}">
                <a16:creationId xmlns:a16="http://schemas.microsoft.com/office/drawing/2014/main" id="{B4C9A0C1-0825-E7A9-2E2F-0EDC505D62B9}"/>
              </a:ext>
            </a:extLst>
          </p:cNvPr>
          <p:cNvSpPr/>
          <p:nvPr/>
        </p:nvSpPr>
        <p:spPr>
          <a:xfrm>
            <a:off x="411480" y="2706624"/>
            <a:ext cx="2359152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374151"/>
              </a:solidFill>
              <a:uFillTx/>
              <a:latin typeface="Century Gothic"/>
            </a:endParaRPr>
          </a:p>
        </p:txBody>
      </p:sp>
      <p:sp>
        <p:nvSpPr>
          <p:cNvPr id="47" name="Shape 61">
            <a:extLst>
              <a:ext uri="{FF2B5EF4-FFF2-40B4-BE49-F238E27FC236}">
                <a16:creationId xmlns:a16="http://schemas.microsoft.com/office/drawing/2014/main" id="{1A4F10ED-3708-8A45-9CC3-D2689C6B117D}"/>
              </a:ext>
            </a:extLst>
          </p:cNvPr>
          <p:cNvSpPr/>
          <p:nvPr/>
        </p:nvSpPr>
        <p:spPr>
          <a:xfrm>
            <a:off x="2788920" y="2706624"/>
            <a:ext cx="749808" cy="347472"/>
          </a:xfrm>
          <a:prstGeom prst="rect">
            <a:avLst/>
          </a:prstGeom>
          <a:solidFill>
            <a:srgbClr val="F3F4F6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8" name="Text 62">
            <a:extLst>
              <a:ext uri="{FF2B5EF4-FFF2-40B4-BE49-F238E27FC236}">
                <a16:creationId xmlns:a16="http://schemas.microsoft.com/office/drawing/2014/main" id="{CAFCA4AD-7880-3FAC-7708-FEB981244C87}"/>
              </a:ext>
            </a:extLst>
          </p:cNvPr>
          <p:cNvSpPr/>
          <p:nvPr/>
        </p:nvSpPr>
        <p:spPr>
          <a:xfrm>
            <a:off x="2788920" y="2706624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9" name="Shape 63">
            <a:extLst>
              <a:ext uri="{FF2B5EF4-FFF2-40B4-BE49-F238E27FC236}">
                <a16:creationId xmlns:a16="http://schemas.microsoft.com/office/drawing/2014/main" id="{F0C3C440-915B-97A1-0D40-53F012D3D468}"/>
              </a:ext>
            </a:extLst>
          </p:cNvPr>
          <p:cNvSpPr/>
          <p:nvPr/>
        </p:nvSpPr>
        <p:spPr>
          <a:xfrm>
            <a:off x="3538727" y="2706624"/>
            <a:ext cx="749808" cy="347472"/>
          </a:xfrm>
          <a:prstGeom prst="rect">
            <a:avLst/>
          </a:prstGeom>
          <a:solidFill>
            <a:srgbClr val="F3F4F6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0" name="Text 64">
            <a:extLst>
              <a:ext uri="{FF2B5EF4-FFF2-40B4-BE49-F238E27FC236}">
                <a16:creationId xmlns:a16="http://schemas.microsoft.com/office/drawing/2014/main" id="{40CEC31F-7D9C-0FC3-DD0E-734593712BA2}"/>
              </a:ext>
            </a:extLst>
          </p:cNvPr>
          <p:cNvSpPr/>
          <p:nvPr/>
        </p:nvSpPr>
        <p:spPr>
          <a:xfrm>
            <a:off x="3538727" y="2706624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1" name="Shape 65">
            <a:extLst>
              <a:ext uri="{FF2B5EF4-FFF2-40B4-BE49-F238E27FC236}">
                <a16:creationId xmlns:a16="http://schemas.microsoft.com/office/drawing/2014/main" id="{91BE1A06-69C5-A889-7797-1B00476B0304}"/>
              </a:ext>
            </a:extLst>
          </p:cNvPr>
          <p:cNvSpPr/>
          <p:nvPr/>
        </p:nvSpPr>
        <p:spPr>
          <a:xfrm>
            <a:off x="4288536" y="2706624"/>
            <a:ext cx="749808" cy="347472"/>
          </a:xfrm>
          <a:prstGeom prst="rect">
            <a:avLst/>
          </a:prstGeom>
          <a:solidFill>
            <a:srgbClr val="F8F8F8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2" name="Text 66">
            <a:extLst>
              <a:ext uri="{FF2B5EF4-FFF2-40B4-BE49-F238E27FC236}">
                <a16:creationId xmlns:a16="http://schemas.microsoft.com/office/drawing/2014/main" id="{715929D5-9934-62A0-7E45-4D2ED1BFE83C}"/>
              </a:ext>
            </a:extLst>
          </p:cNvPr>
          <p:cNvSpPr/>
          <p:nvPr/>
        </p:nvSpPr>
        <p:spPr>
          <a:xfrm>
            <a:off x="4288536" y="2706624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28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—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3" name="Shape 67">
            <a:extLst>
              <a:ext uri="{FF2B5EF4-FFF2-40B4-BE49-F238E27FC236}">
                <a16:creationId xmlns:a16="http://schemas.microsoft.com/office/drawing/2014/main" id="{CCCF7D45-E1A6-9DCA-0949-4ED70CFCB5AB}"/>
              </a:ext>
            </a:extLst>
          </p:cNvPr>
          <p:cNvSpPr/>
          <p:nvPr/>
        </p:nvSpPr>
        <p:spPr>
          <a:xfrm>
            <a:off x="5038344" y="2706624"/>
            <a:ext cx="749808" cy="347472"/>
          </a:xfrm>
          <a:prstGeom prst="rect">
            <a:avLst/>
          </a:prstGeom>
          <a:solidFill>
            <a:srgbClr val="F3F4F6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4" name="Text 68">
            <a:extLst>
              <a:ext uri="{FF2B5EF4-FFF2-40B4-BE49-F238E27FC236}">
                <a16:creationId xmlns:a16="http://schemas.microsoft.com/office/drawing/2014/main" id="{5F1F4A83-87D1-98C2-7DE9-8D80502A3482}"/>
              </a:ext>
            </a:extLst>
          </p:cNvPr>
          <p:cNvSpPr/>
          <p:nvPr/>
        </p:nvSpPr>
        <p:spPr>
          <a:xfrm>
            <a:off x="5038344" y="2706624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5" name="Shape 69">
            <a:extLst>
              <a:ext uri="{FF2B5EF4-FFF2-40B4-BE49-F238E27FC236}">
                <a16:creationId xmlns:a16="http://schemas.microsoft.com/office/drawing/2014/main" id="{AF9295B3-B411-9CE3-73FF-539328FE122B}"/>
              </a:ext>
            </a:extLst>
          </p:cNvPr>
          <p:cNvSpPr/>
          <p:nvPr/>
        </p:nvSpPr>
        <p:spPr>
          <a:xfrm>
            <a:off x="320040" y="3054096"/>
            <a:ext cx="2468880" cy="3474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6" name="Shape 70">
            <a:extLst>
              <a:ext uri="{FF2B5EF4-FFF2-40B4-BE49-F238E27FC236}">
                <a16:creationId xmlns:a16="http://schemas.microsoft.com/office/drawing/2014/main" id="{C544A210-A480-1B10-F015-960F16F03C27}"/>
              </a:ext>
            </a:extLst>
          </p:cNvPr>
          <p:cNvSpPr/>
          <p:nvPr/>
        </p:nvSpPr>
        <p:spPr>
          <a:xfrm>
            <a:off x="320040" y="3054096"/>
            <a:ext cx="45720" cy="347472"/>
          </a:xfrm>
          <a:prstGeom prst="rect">
            <a:avLst/>
          </a:prstGeom>
          <a:solidFill>
            <a:srgbClr val="D97706"/>
          </a:solidFill>
          <a:ln w="12701" cap="flat">
            <a:solidFill>
              <a:srgbClr val="D9770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7" name="Text 71">
            <a:extLst>
              <a:ext uri="{FF2B5EF4-FFF2-40B4-BE49-F238E27FC236}">
                <a16:creationId xmlns:a16="http://schemas.microsoft.com/office/drawing/2014/main" id="{8320F3A9-7E77-C898-E4B4-F230C60D597C}"/>
              </a:ext>
            </a:extLst>
          </p:cNvPr>
          <p:cNvSpPr/>
          <p:nvPr/>
        </p:nvSpPr>
        <p:spPr>
          <a:xfrm>
            <a:off x="411480" y="3054096"/>
            <a:ext cx="2359152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374151"/>
              </a:solidFill>
              <a:uFillTx/>
              <a:latin typeface="Century Gothic"/>
            </a:endParaRPr>
          </a:p>
        </p:txBody>
      </p:sp>
      <p:sp>
        <p:nvSpPr>
          <p:cNvPr id="58" name="Shape 72">
            <a:extLst>
              <a:ext uri="{FF2B5EF4-FFF2-40B4-BE49-F238E27FC236}">
                <a16:creationId xmlns:a16="http://schemas.microsoft.com/office/drawing/2014/main" id="{E38309A0-131B-8A1B-240D-84FB403B53B4}"/>
              </a:ext>
            </a:extLst>
          </p:cNvPr>
          <p:cNvSpPr/>
          <p:nvPr/>
        </p:nvSpPr>
        <p:spPr>
          <a:xfrm>
            <a:off x="2788920" y="3054096"/>
            <a:ext cx="749808" cy="3474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9" name="Text 73">
            <a:extLst>
              <a:ext uri="{FF2B5EF4-FFF2-40B4-BE49-F238E27FC236}">
                <a16:creationId xmlns:a16="http://schemas.microsoft.com/office/drawing/2014/main" id="{CCA98D0F-4739-FD56-8883-63A9EC535DEF}"/>
              </a:ext>
            </a:extLst>
          </p:cNvPr>
          <p:cNvSpPr/>
          <p:nvPr/>
        </p:nvSpPr>
        <p:spPr>
          <a:xfrm>
            <a:off x="2788920" y="3054096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0" name="Shape 74">
            <a:extLst>
              <a:ext uri="{FF2B5EF4-FFF2-40B4-BE49-F238E27FC236}">
                <a16:creationId xmlns:a16="http://schemas.microsoft.com/office/drawing/2014/main" id="{1CB3BAD8-8481-EDC8-8829-DC682B0D97BD}"/>
              </a:ext>
            </a:extLst>
          </p:cNvPr>
          <p:cNvSpPr/>
          <p:nvPr/>
        </p:nvSpPr>
        <p:spPr>
          <a:xfrm>
            <a:off x="3538727" y="3054096"/>
            <a:ext cx="749808" cy="3474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1" name="Text 75">
            <a:extLst>
              <a:ext uri="{FF2B5EF4-FFF2-40B4-BE49-F238E27FC236}">
                <a16:creationId xmlns:a16="http://schemas.microsoft.com/office/drawing/2014/main" id="{955282E7-A341-C1A0-ABA3-66AE235C812D}"/>
              </a:ext>
            </a:extLst>
          </p:cNvPr>
          <p:cNvSpPr/>
          <p:nvPr/>
        </p:nvSpPr>
        <p:spPr>
          <a:xfrm>
            <a:off x="3538727" y="3054096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2" name="Shape 76">
            <a:extLst>
              <a:ext uri="{FF2B5EF4-FFF2-40B4-BE49-F238E27FC236}">
                <a16:creationId xmlns:a16="http://schemas.microsoft.com/office/drawing/2014/main" id="{5F9872AD-1F9A-554F-F18B-3BD496FA7FCA}"/>
              </a:ext>
            </a:extLst>
          </p:cNvPr>
          <p:cNvSpPr/>
          <p:nvPr/>
        </p:nvSpPr>
        <p:spPr>
          <a:xfrm>
            <a:off x="4288536" y="3054096"/>
            <a:ext cx="749808" cy="347472"/>
          </a:xfrm>
          <a:prstGeom prst="rect">
            <a:avLst/>
          </a:prstGeom>
          <a:solidFill>
            <a:srgbClr val="F8F8F8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3" name="Text 77">
            <a:extLst>
              <a:ext uri="{FF2B5EF4-FFF2-40B4-BE49-F238E27FC236}">
                <a16:creationId xmlns:a16="http://schemas.microsoft.com/office/drawing/2014/main" id="{E67BE6A6-7B59-D3E3-B6E2-FEA7A55BC2FC}"/>
              </a:ext>
            </a:extLst>
          </p:cNvPr>
          <p:cNvSpPr/>
          <p:nvPr/>
        </p:nvSpPr>
        <p:spPr>
          <a:xfrm>
            <a:off x="4288536" y="3054096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28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—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4" name="Shape 78">
            <a:extLst>
              <a:ext uri="{FF2B5EF4-FFF2-40B4-BE49-F238E27FC236}">
                <a16:creationId xmlns:a16="http://schemas.microsoft.com/office/drawing/2014/main" id="{BA61E949-16B5-16CA-E8AF-B7D54CF0A5A5}"/>
              </a:ext>
            </a:extLst>
          </p:cNvPr>
          <p:cNvSpPr/>
          <p:nvPr/>
        </p:nvSpPr>
        <p:spPr>
          <a:xfrm>
            <a:off x="5038344" y="3054096"/>
            <a:ext cx="749808" cy="34747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5" name="Text 79">
            <a:extLst>
              <a:ext uri="{FF2B5EF4-FFF2-40B4-BE49-F238E27FC236}">
                <a16:creationId xmlns:a16="http://schemas.microsoft.com/office/drawing/2014/main" id="{6FB0E911-5B1B-37BC-FE75-57A82A8663C9}"/>
              </a:ext>
            </a:extLst>
          </p:cNvPr>
          <p:cNvSpPr/>
          <p:nvPr/>
        </p:nvSpPr>
        <p:spPr>
          <a:xfrm>
            <a:off x="5038344" y="3054096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6" name="Shape 80">
            <a:extLst>
              <a:ext uri="{FF2B5EF4-FFF2-40B4-BE49-F238E27FC236}">
                <a16:creationId xmlns:a16="http://schemas.microsoft.com/office/drawing/2014/main" id="{4A51964B-5553-32D8-2DC4-7B9F06C7EC66}"/>
              </a:ext>
            </a:extLst>
          </p:cNvPr>
          <p:cNvSpPr/>
          <p:nvPr/>
        </p:nvSpPr>
        <p:spPr>
          <a:xfrm>
            <a:off x="320040" y="3401568"/>
            <a:ext cx="2468880" cy="347472"/>
          </a:xfrm>
          <a:prstGeom prst="rect">
            <a:avLst/>
          </a:prstGeom>
          <a:solidFill>
            <a:srgbClr val="FEE2E2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7" name="Shape 81">
            <a:extLst>
              <a:ext uri="{FF2B5EF4-FFF2-40B4-BE49-F238E27FC236}">
                <a16:creationId xmlns:a16="http://schemas.microsoft.com/office/drawing/2014/main" id="{5B865810-392C-01A3-8C75-AB34CFE4398A}"/>
              </a:ext>
            </a:extLst>
          </p:cNvPr>
          <p:cNvSpPr/>
          <p:nvPr/>
        </p:nvSpPr>
        <p:spPr>
          <a:xfrm>
            <a:off x="320040" y="3401568"/>
            <a:ext cx="45720" cy="347472"/>
          </a:xfrm>
          <a:prstGeom prst="rect">
            <a:avLst/>
          </a:prstGeom>
          <a:solidFill>
            <a:srgbClr val="DC2626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8" name="Text 82">
            <a:extLst>
              <a:ext uri="{FF2B5EF4-FFF2-40B4-BE49-F238E27FC236}">
                <a16:creationId xmlns:a16="http://schemas.microsoft.com/office/drawing/2014/main" id="{C1578FE0-D4E9-47E3-609C-BFBDEB3D321B}"/>
              </a:ext>
            </a:extLst>
          </p:cNvPr>
          <p:cNvSpPr/>
          <p:nvPr/>
        </p:nvSpPr>
        <p:spPr>
          <a:xfrm>
            <a:off x="411480" y="3401568"/>
            <a:ext cx="2359152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 dirty="0">
                <a:solidFill>
                  <a:srgbClr val="DC2626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 xml:space="preserve">↪ </a:t>
            </a:r>
            <a:r>
              <a:rPr lang="en-US" sz="850" b="1" i="0" u="none" strike="noStrike" kern="1200" cap="none" spc="0" baseline="0" dirty="0" err="1">
                <a:solidFill>
                  <a:srgbClr val="DC2626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Transbordo</a:t>
            </a:r>
            <a:r>
              <a:rPr lang="en-US" sz="850" b="1" i="0" u="none" strike="noStrike" kern="1200" cap="none" spc="0" baseline="0" dirty="0">
                <a:solidFill>
                  <a:srgbClr val="DC2626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 xml:space="preserve"> S24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69" name="Shape 83">
            <a:extLst>
              <a:ext uri="{FF2B5EF4-FFF2-40B4-BE49-F238E27FC236}">
                <a16:creationId xmlns:a16="http://schemas.microsoft.com/office/drawing/2014/main" id="{ED39501B-599C-9A1A-1FE3-D675FECF46E4}"/>
              </a:ext>
            </a:extLst>
          </p:cNvPr>
          <p:cNvSpPr/>
          <p:nvPr/>
        </p:nvSpPr>
        <p:spPr>
          <a:xfrm>
            <a:off x="2788920" y="3401568"/>
            <a:ext cx="749808" cy="347472"/>
          </a:xfrm>
          <a:prstGeom prst="rect">
            <a:avLst/>
          </a:prstGeom>
          <a:solidFill>
            <a:srgbClr val="FEE2E2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0" name="Text 84">
            <a:extLst>
              <a:ext uri="{FF2B5EF4-FFF2-40B4-BE49-F238E27FC236}">
                <a16:creationId xmlns:a16="http://schemas.microsoft.com/office/drawing/2014/main" id="{24A09E3A-8AB5-1926-8EBB-EF30B496D5B6}"/>
              </a:ext>
            </a:extLst>
          </p:cNvPr>
          <p:cNvSpPr/>
          <p:nvPr/>
        </p:nvSpPr>
        <p:spPr>
          <a:xfrm>
            <a:off x="2788920" y="3401568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1" name="Shape 85">
            <a:extLst>
              <a:ext uri="{FF2B5EF4-FFF2-40B4-BE49-F238E27FC236}">
                <a16:creationId xmlns:a16="http://schemas.microsoft.com/office/drawing/2014/main" id="{468756A5-B0E0-4047-800D-205B145DE82E}"/>
              </a:ext>
            </a:extLst>
          </p:cNvPr>
          <p:cNvSpPr/>
          <p:nvPr/>
        </p:nvSpPr>
        <p:spPr>
          <a:xfrm>
            <a:off x="3538727" y="3401568"/>
            <a:ext cx="749808" cy="347472"/>
          </a:xfrm>
          <a:prstGeom prst="rect">
            <a:avLst/>
          </a:prstGeom>
          <a:solidFill>
            <a:srgbClr val="FEE2E2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2" name="Text 86">
            <a:extLst>
              <a:ext uri="{FF2B5EF4-FFF2-40B4-BE49-F238E27FC236}">
                <a16:creationId xmlns:a16="http://schemas.microsoft.com/office/drawing/2014/main" id="{F98D36A9-57AF-B17B-A1A8-138F75D14457}"/>
              </a:ext>
            </a:extLst>
          </p:cNvPr>
          <p:cNvSpPr/>
          <p:nvPr/>
        </p:nvSpPr>
        <p:spPr>
          <a:xfrm>
            <a:off x="3538727" y="3401568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3" name="Shape 87">
            <a:extLst>
              <a:ext uri="{FF2B5EF4-FFF2-40B4-BE49-F238E27FC236}">
                <a16:creationId xmlns:a16="http://schemas.microsoft.com/office/drawing/2014/main" id="{69B4A34A-905D-2F16-6B9D-1FEAEDCDC1AE}"/>
              </a:ext>
            </a:extLst>
          </p:cNvPr>
          <p:cNvSpPr/>
          <p:nvPr/>
        </p:nvSpPr>
        <p:spPr>
          <a:xfrm>
            <a:off x="4288536" y="3401568"/>
            <a:ext cx="749808" cy="347472"/>
          </a:xfrm>
          <a:prstGeom prst="rect">
            <a:avLst/>
          </a:prstGeom>
          <a:solidFill>
            <a:srgbClr val="F8F8F8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4" name="Text 88">
            <a:extLst>
              <a:ext uri="{FF2B5EF4-FFF2-40B4-BE49-F238E27FC236}">
                <a16:creationId xmlns:a16="http://schemas.microsoft.com/office/drawing/2014/main" id="{0F4E212F-F301-0BF7-0E43-BD70A2AEC185}"/>
              </a:ext>
            </a:extLst>
          </p:cNvPr>
          <p:cNvSpPr/>
          <p:nvPr/>
        </p:nvSpPr>
        <p:spPr>
          <a:xfrm>
            <a:off x="4288536" y="3401568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28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—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5" name="Shape 89">
            <a:extLst>
              <a:ext uri="{FF2B5EF4-FFF2-40B4-BE49-F238E27FC236}">
                <a16:creationId xmlns:a16="http://schemas.microsoft.com/office/drawing/2014/main" id="{6EB2ABB5-74EE-D3EB-F90E-B02639E3907E}"/>
              </a:ext>
            </a:extLst>
          </p:cNvPr>
          <p:cNvSpPr/>
          <p:nvPr/>
        </p:nvSpPr>
        <p:spPr>
          <a:xfrm>
            <a:off x="5038344" y="3401568"/>
            <a:ext cx="749808" cy="347472"/>
          </a:xfrm>
          <a:prstGeom prst="rect">
            <a:avLst/>
          </a:prstGeom>
          <a:solidFill>
            <a:srgbClr val="FEE2E2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6" name="Text 90">
            <a:extLst>
              <a:ext uri="{FF2B5EF4-FFF2-40B4-BE49-F238E27FC236}">
                <a16:creationId xmlns:a16="http://schemas.microsoft.com/office/drawing/2014/main" id="{C74A906F-00EB-86F4-A6A6-22E292263BD4}"/>
              </a:ext>
            </a:extLst>
          </p:cNvPr>
          <p:cNvSpPr/>
          <p:nvPr/>
        </p:nvSpPr>
        <p:spPr>
          <a:xfrm>
            <a:off x="5038344" y="3401568"/>
            <a:ext cx="749808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DC2626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0h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7" name="Shape 91">
            <a:extLst>
              <a:ext uri="{FF2B5EF4-FFF2-40B4-BE49-F238E27FC236}">
                <a16:creationId xmlns:a16="http://schemas.microsoft.com/office/drawing/2014/main" id="{C64CA331-FC9F-8825-A8C5-0838E037425C}"/>
              </a:ext>
            </a:extLst>
          </p:cNvPr>
          <p:cNvSpPr/>
          <p:nvPr/>
        </p:nvSpPr>
        <p:spPr>
          <a:xfrm>
            <a:off x="320040" y="3749039"/>
            <a:ext cx="2468880" cy="310896"/>
          </a:xfrm>
          <a:prstGeom prst="rect">
            <a:avLst/>
          </a:prstGeom>
          <a:solidFill>
            <a:srgbClr val="1E2761"/>
          </a:solidFill>
          <a:ln w="12701" cap="flat">
            <a:solidFill>
              <a:srgbClr val="1E276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8" name="Text 92">
            <a:extLst>
              <a:ext uri="{FF2B5EF4-FFF2-40B4-BE49-F238E27FC236}">
                <a16:creationId xmlns:a16="http://schemas.microsoft.com/office/drawing/2014/main" id="{39F865A8-3380-8205-85D7-2A32A1996180}"/>
              </a:ext>
            </a:extLst>
          </p:cNvPr>
          <p:cNvSpPr/>
          <p:nvPr/>
        </p:nvSpPr>
        <p:spPr>
          <a:xfrm>
            <a:off x="393192" y="3749039"/>
            <a:ext cx="2377440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Total operacional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9" name="Shape 93">
            <a:extLst>
              <a:ext uri="{FF2B5EF4-FFF2-40B4-BE49-F238E27FC236}">
                <a16:creationId xmlns:a16="http://schemas.microsoft.com/office/drawing/2014/main" id="{82D8D047-E44A-CCD8-08D9-9A3AB493C527}"/>
              </a:ext>
            </a:extLst>
          </p:cNvPr>
          <p:cNvSpPr/>
          <p:nvPr/>
        </p:nvSpPr>
        <p:spPr>
          <a:xfrm>
            <a:off x="2788920" y="3749039"/>
            <a:ext cx="749808" cy="310896"/>
          </a:xfrm>
          <a:prstGeom prst="rect">
            <a:avLst/>
          </a:prstGeom>
          <a:solidFill>
            <a:srgbClr val="1E2761"/>
          </a:solidFill>
          <a:ln w="12701" cap="flat">
            <a:solidFill>
              <a:srgbClr val="1E276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0" name="Text 94">
            <a:extLst>
              <a:ext uri="{FF2B5EF4-FFF2-40B4-BE49-F238E27FC236}">
                <a16:creationId xmlns:a16="http://schemas.microsoft.com/office/drawing/2014/main" id="{2B4BA1EC-42DF-3528-1C89-28028A6CB777}"/>
              </a:ext>
            </a:extLst>
          </p:cNvPr>
          <p:cNvSpPr/>
          <p:nvPr/>
        </p:nvSpPr>
        <p:spPr>
          <a:xfrm>
            <a:off x="2788920" y="3749039"/>
            <a:ext cx="74980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93C5FD"/>
                </a:solidFill>
                <a:uFillTx/>
                <a:latin typeface="Montserrat"/>
              </a:rPr>
              <a:t>169,8h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1" name="Shape 95">
            <a:extLst>
              <a:ext uri="{FF2B5EF4-FFF2-40B4-BE49-F238E27FC236}">
                <a16:creationId xmlns:a16="http://schemas.microsoft.com/office/drawing/2014/main" id="{083BC710-A4B0-3EAE-2E54-ECF84EDBF0CC}"/>
              </a:ext>
            </a:extLst>
          </p:cNvPr>
          <p:cNvSpPr/>
          <p:nvPr/>
        </p:nvSpPr>
        <p:spPr>
          <a:xfrm>
            <a:off x="3538727" y="3749039"/>
            <a:ext cx="749808" cy="310896"/>
          </a:xfrm>
          <a:prstGeom prst="rect">
            <a:avLst/>
          </a:prstGeom>
          <a:solidFill>
            <a:srgbClr val="DC2626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2" name="Text 96">
            <a:extLst>
              <a:ext uri="{FF2B5EF4-FFF2-40B4-BE49-F238E27FC236}">
                <a16:creationId xmlns:a16="http://schemas.microsoft.com/office/drawing/2014/main" id="{8C23C379-68A2-CB85-1F73-B4D918FEA25C}"/>
              </a:ext>
            </a:extLst>
          </p:cNvPr>
          <p:cNvSpPr/>
          <p:nvPr/>
        </p:nvSpPr>
        <p:spPr>
          <a:xfrm>
            <a:off x="3538727" y="3749039"/>
            <a:ext cx="74980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Montserrat"/>
              </a:rPr>
              <a:t>66h</a:t>
            </a: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3" name="Text 98">
            <a:extLst>
              <a:ext uri="{FF2B5EF4-FFF2-40B4-BE49-F238E27FC236}">
                <a16:creationId xmlns:a16="http://schemas.microsoft.com/office/drawing/2014/main" id="{95CEDFEF-7158-22AE-5FD5-E4566D112B5D}"/>
              </a:ext>
            </a:extLst>
          </p:cNvPr>
          <p:cNvSpPr/>
          <p:nvPr/>
        </p:nvSpPr>
        <p:spPr>
          <a:xfrm>
            <a:off x="4288536" y="3749039"/>
            <a:ext cx="74980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61h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4" name="Shape 99">
            <a:extLst>
              <a:ext uri="{FF2B5EF4-FFF2-40B4-BE49-F238E27FC236}">
                <a16:creationId xmlns:a16="http://schemas.microsoft.com/office/drawing/2014/main" id="{519BD5B6-ACFF-94EE-49C9-0D0D61E0E35F}"/>
              </a:ext>
            </a:extLst>
          </p:cNvPr>
          <p:cNvSpPr/>
          <p:nvPr/>
        </p:nvSpPr>
        <p:spPr>
          <a:xfrm>
            <a:off x="5038344" y="3749039"/>
            <a:ext cx="749808" cy="310896"/>
          </a:xfrm>
          <a:prstGeom prst="rect">
            <a:avLst/>
          </a:prstGeom>
          <a:solidFill>
            <a:srgbClr val="1E2761"/>
          </a:solidFill>
          <a:ln w="12701" cap="flat">
            <a:solidFill>
              <a:srgbClr val="1E276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5" name="Text 100">
            <a:extLst>
              <a:ext uri="{FF2B5EF4-FFF2-40B4-BE49-F238E27FC236}">
                <a16:creationId xmlns:a16="http://schemas.microsoft.com/office/drawing/2014/main" id="{AD55F9DC-27B0-3F8D-9A5A-899B6E1B93E2}"/>
              </a:ext>
            </a:extLst>
          </p:cNvPr>
          <p:cNvSpPr/>
          <p:nvPr/>
        </p:nvSpPr>
        <p:spPr>
          <a:xfrm>
            <a:off x="5038344" y="3749039"/>
            <a:ext cx="74980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0D9488"/>
                </a:solidFill>
                <a:uFillTx/>
                <a:latin typeface="Montserrat"/>
              </a:rPr>
              <a:t>240,8</a:t>
            </a: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6" name="Shape 102">
            <a:extLst>
              <a:ext uri="{FF2B5EF4-FFF2-40B4-BE49-F238E27FC236}">
                <a16:creationId xmlns:a16="http://schemas.microsoft.com/office/drawing/2014/main" id="{7AB3695F-9036-2F62-E7DD-BF62CAA43141}"/>
              </a:ext>
            </a:extLst>
          </p:cNvPr>
          <p:cNvSpPr/>
          <p:nvPr/>
        </p:nvSpPr>
        <p:spPr>
          <a:xfrm>
            <a:off x="320040" y="4114800"/>
            <a:ext cx="45720" cy="274320"/>
          </a:xfrm>
          <a:prstGeom prst="rect">
            <a:avLst/>
          </a:prstGeom>
          <a:solidFill>
            <a:srgbClr val="D97706"/>
          </a:solidFill>
          <a:ln w="12701" cap="flat">
            <a:solidFill>
              <a:srgbClr val="D9770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7" name="Text 104">
            <a:extLst>
              <a:ext uri="{FF2B5EF4-FFF2-40B4-BE49-F238E27FC236}">
                <a16:creationId xmlns:a16="http://schemas.microsoft.com/office/drawing/2014/main" id="{C3CAB54A-0F58-2608-9BBD-A0CD7786D165}"/>
              </a:ext>
            </a:extLst>
          </p:cNvPr>
          <p:cNvSpPr/>
          <p:nvPr/>
        </p:nvSpPr>
        <p:spPr>
          <a:xfrm>
            <a:off x="320040" y="4462272"/>
            <a:ext cx="54864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1E2761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Capacidade vs Estimado: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8" name="Text 105">
            <a:extLst>
              <a:ext uri="{FF2B5EF4-FFF2-40B4-BE49-F238E27FC236}">
                <a16:creationId xmlns:a16="http://schemas.microsoft.com/office/drawing/2014/main" id="{A8A65D49-F44D-75AB-ED02-FAF0305A7272}"/>
              </a:ext>
            </a:extLst>
          </p:cNvPr>
          <p:cNvSpPr/>
          <p:nvPr/>
        </p:nvSpPr>
        <p:spPr>
          <a:xfrm>
            <a:off x="320040" y="4663440"/>
            <a:ext cx="45720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6B7280"/>
                </a:solidFill>
                <a:uFillTx/>
                <a:latin typeface="Century Gothic"/>
              </a:rPr>
              <a:t>Front</a:t>
            </a:r>
          </a:p>
        </p:txBody>
      </p:sp>
      <p:sp>
        <p:nvSpPr>
          <p:cNvPr id="89" name="Shape 106">
            <a:extLst>
              <a:ext uri="{FF2B5EF4-FFF2-40B4-BE49-F238E27FC236}">
                <a16:creationId xmlns:a16="http://schemas.microsoft.com/office/drawing/2014/main" id="{111B9BBD-4E68-3718-5C9C-B0476E7F346E}"/>
              </a:ext>
            </a:extLst>
          </p:cNvPr>
          <p:cNvSpPr/>
          <p:nvPr/>
        </p:nvSpPr>
        <p:spPr>
          <a:xfrm>
            <a:off x="822960" y="4681727"/>
            <a:ext cx="4983480" cy="201168"/>
          </a:xfrm>
          <a:custGeom>
            <a:avLst>
              <a:gd name="f0" fmla="val 294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3F4F6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0" name="Shape 107">
            <a:extLst>
              <a:ext uri="{FF2B5EF4-FFF2-40B4-BE49-F238E27FC236}">
                <a16:creationId xmlns:a16="http://schemas.microsoft.com/office/drawing/2014/main" id="{E53FDAC5-077D-D7F7-C165-60C879D93E00}"/>
              </a:ext>
            </a:extLst>
          </p:cNvPr>
          <p:cNvSpPr/>
          <p:nvPr/>
        </p:nvSpPr>
        <p:spPr>
          <a:xfrm>
            <a:off x="822961" y="4681727"/>
            <a:ext cx="4215384" cy="256032"/>
          </a:xfrm>
          <a:custGeom>
            <a:avLst>
              <a:gd name="f0" fmla="val 294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563EB"/>
          </a:solidFill>
          <a:ln w="12701" cap="flat">
            <a:solidFill>
              <a:srgbClr val="2563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1" name="Text 108">
            <a:extLst>
              <a:ext uri="{FF2B5EF4-FFF2-40B4-BE49-F238E27FC236}">
                <a16:creationId xmlns:a16="http://schemas.microsoft.com/office/drawing/2014/main" id="{AB69C9A6-B33C-D1DB-5062-FE7D249CF02D}"/>
              </a:ext>
            </a:extLst>
          </p:cNvPr>
          <p:cNvSpPr/>
          <p:nvPr/>
        </p:nvSpPr>
        <p:spPr>
          <a:xfrm>
            <a:off x="868680" y="4681727"/>
            <a:ext cx="438912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>
                <a:solidFill>
                  <a:srgbClr val="FFFFFF"/>
                </a:solidFill>
                <a:latin typeface="Montserrat"/>
                <a:ea typeface="Montserrat" pitchFamily="34"/>
                <a:cs typeface="Montserrat" pitchFamily="34"/>
              </a:rPr>
              <a:t>54h</a:t>
            </a: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/41 h  (</a:t>
            </a:r>
            <a:r>
              <a:rPr lang="en-US" sz="800" b="1" dirty="0">
                <a:solidFill>
                  <a:srgbClr val="FFFFFF"/>
                </a:solidFill>
                <a:latin typeface="Montserrat"/>
                <a:ea typeface="Montserrat" pitchFamily="34"/>
                <a:cs typeface="Montserrat" pitchFamily="34"/>
              </a:rPr>
              <a:t>79</a:t>
            </a:r>
            <a:r>
              <a:rPr lang="en-US" sz="800" b="1" i="0" u="none" strike="noStrike" kern="1200" cap="none" spc="0" baseline="0" dirty="0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%)</a:t>
            </a:r>
            <a:endParaRPr lang="en-US" sz="800" b="0" i="0" u="none" strike="noStrike" kern="1200" cap="none" spc="0" baseline="0" dirty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92" name="Text 109">
            <a:extLst>
              <a:ext uri="{FF2B5EF4-FFF2-40B4-BE49-F238E27FC236}">
                <a16:creationId xmlns:a16="http://schemas.microsoft.com/office/drawing/2014/main" id="{00EE7502-F665-86F1-2CE1-00EC61F708CC}"/>
              </a:ext>
            </a:extLst>
          </p:cNvPr>
          <p:cNvSpPr/>
          <p:nvPr/>
        </p:nvSpPr>
        <p:spPr>
          <a:xfrm>
            <a:off x="320040" y="4937760"/>
            <a:ext cx="457200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6B728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QA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3" name="Shape 110">
            <a:extLst>
              <a:ext uri="{FF2B5EF4-FFF2-40B4-BE49-F238E27FC236}">
                <a16:creationId xmlns:a16="http://schemas.microsoft.com/office/drawing/2014/main" id="{DF26E757-B87F-8662-9B10-3DDA27AFFF8D}"/>
              </a:ext>
            </a:extLst>
          </p:cNvPr>
          <p:cNvSpPr/>
          <p:nvPr/>
        </p:nvSpPr>
        <p:spPr>
          <a:xfrm>
            <a:off x="822960" y="4956048"/>
            <a:ext cx="4983480" cy="201168"/>
          </a:xfrm>
          <a:custGeom>
            <a:avLst>
              <a:gd name="f0" fmla="val 294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EE2E2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4" name="Shape 111">
            <a:extLst>
              <a:ext uri="{FF2B5EF4-FFF2-40B4-BE49-F238E27FC236}">
                <a16:creationId xmlns:a16="http://schemas.microsoft.com/office/drawing/2014/main" id="{9B17896B-772C-6483-4421-2161CC9B1818}"/>
              </a:ext>
            </a:extLst>
          </p:cNvPr>
          <p:cNvSpPr/>
          <p:nvPr/>
        </p:nvSpPr>
        <p:spPr>
          <a:xfrm>
            <a:off x="822960" y="4956048"/>
            <a:ext cx="4965192" cy="237744"/>
          </a:xfrm>
          <a:custGeom>
            <a:avLst>
              <a:gd name="f0" fmla="val 294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C2626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5" name="Text 112">
            <a:extLst>
              <a:ext uri="{FF2B5EF4-FFF2-40B4-BE49-F238E27FC236}">
                <a16:creationId xmlns:a16="http://schemas.microsoft.com/office/drawing/2014/main" id="{6BE2172B-CDE1-A880-5268-7A1FFE3C7B38}"/>
              </a:ext>
            </a:extLst>
          </p:cNvPr>
          <p:cNvSpPr/>
          <p:nvPr/>
        </p:nvSpPr>
        <p:spPr>
          <a:xfrm>
            <a:off x="868680" y="4956048"/>
            <a:ext cx="4443901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 dirty="0">
                <a:solidFill>
                  <a:srgbClr val="FFFFFF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18h/22h cap.</a:t>
            </a:r>
            <a:endParaRPr lang="en-US" sz="800" b="0" i="0" u="none" strike="noStrike" kern="1200" cap="none" spc="0" baseline="0" dirty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97" name="Text 114">
            <a:extLst>
              <a:ext uri="{FF2B5EF4-FFF2-40B4-BE49-F238E27FC236}">
                <a16:creationId xmlns:a16="http://schemas.microsoft.com/office/drawing/2014/main" id="{5DDF5AE3-963B-7043-A238-358ECA995A51}"/>
              </a:ext>
            </a:extLst>
          </p:cNvPr>
          <p:cNvSpPr/>
          <p:nvPr/>
        </p:nvSpPr>
        <p:spPr>
          <a:xfrm>
            <a:off x="5330869" y="4956048"/>
            <a:ext cx="47557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1" i="0" u="none" strike="noStrike" kern="1200" cap="none" spc="0" baseline="0">
              <a:solidFill>
                <a:srgbClr val="DC2626"/>
              </a:solidFill>
              <a:uFillTx/>
              <a:latin typeface="Montserrat"/>
            </a:endParaRPr>
          </a:p>
        </p:txBody>
      </p:sp>
      <p:sp>
        <p:nvSpPr>
          <p:cNvPr id="98" name="Text 119">
            <a:extLst>
              <a:ext uri="{FF2B5EF4-FFF2-40B4-BE49-F238E27FC236}">
                <a16:creationId xmlns:a16="http://schemas.microsoft.com/office/drawing/2014/main" id="{742A020C-E0B0-3E8E-B0B0-A66A4ACE54D4}"/>
              </a:ext>
            </a:extLst>
          </p:cNvPr>
          <p:cNvSpPr/>
          <p:nvPr/>
        </p:nvSpPr>
        <p:spPr>
          <a:xfrm>
            <a:off x="6217920" y="1828800"/>
            <a:ext cx="562355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E2761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📅  Datas do Planejamento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9" name="Shape 120">
            <a:extLst>
              <a:ext uri="{FF2B5EF4-FFF2-40B4-BE49-F238E27FC236}">
                <a16:creationId xmlns:a16="http://schemas.microsoft.com/office/drawing/2014/main" id="{6C01C474-1DD3-F661-A157-E1E653E89AE8}"/>
              </a:ext>
            </a:extLst>
          </p:cNvPr>
          <p:cNvSpPr/>
          <p:nvPr/>
        </p:nvSpPr>
        <p:spPr>
          <a:xfrm>
            <a:off x="6217920" y="2121408"/>
            <a:ext cx="5623559" cy="347472"/>
          </a:xfrm>
          <a:custGeom>
            <a:avLst>
              <a:gd name="f0" fmla="val 284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8FAFC"/>
          </a:solidFill>
          <a:ln w="12701" cap="flat">
            <a:solidFill>
              <a:srgbClr val="D9770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0" name="Shape 121">
            <a:extLst>
              <a:ext uri="{FF2B5EF4-FFF2-40B4-BE49-F238E27FC236}">
                <a16:creationId xmlns:a16="http://schemas.microsoft.com/office/drawing/2014/main" id="{68DC380F-A0EC-124B-66F3-5CEF71F4283B}"/>
              </a:ext>
            </a:extLst>
          </p:cNvPr>
          <p:cNvSpPr/>
          <p:nvPr/>
        </p:nvSpPr>
        <p:spPr>
          <a:xfrm>
            <a:off x="6217920" y="2121408"/>
            <a:ext cx="45720" cy="347472"/>
          </a:xfrm>
          <a:prstGeom prst="rect">
            <a:avLst/>
          </a:prstGeom>
          <a:solidFill>
            <a:srgbClr val="D97706"/>
          </a:solidFill>
          <a:ln w="12701" cap="flat">
            <a:solidFill>
              <a:srgbClr val="D9770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1" name="Text 122">
            <a:extLst>
              <a:ext uri="{FF2B5EF4-FFF2-40B4-BE49-F238E27FC236}">
                <a16:creationId xmlns:a16="http://schemas.microsoft.com/office/drawing/2014/main" id="{CBCAEFAB-2B8E-1D1D-EBED-3B88CD069D44}"/>
              </a:ext>
            </a:extLst>
          </p:cNvPr>
          <p:cNvSpPr/>
          <p:nvPr/>
        </p:nvSpPr>
        <p:spPr>
          <a:xfrm>
            <a:off x="6327648" y="2121408"/>
            <a:ext cx="182880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D97706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Refin. Negócio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2" name="Text 123">
            <a:extLst>
              <a:ext uri="{FF2B5EF4-FFF2-40B4-BE49-F238E27FC236}">
                <a16:creationId xmlns:a16="http://schemas.microsoft.com/office/drawing/2014/main" id="{75258616-097C-6918-6AE7-E1C93DAB35DE}"/>
              </a:ext>
            </a:extLst>
          </p:cNvPr>
          <p:cNvSpPr/>
          <p:nvPr/>
        </p:nvSpPr>
        <p:spPr>
          <a:xfrm>
            <a:off x="8427521" y="2121408"/>
            <a:ext cx="146304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6B728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Produto/Design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3" name="Text 124">
            <a:extLst>
              <a:ext uri="{FF2B5EF4-FFF2-40B4-BE49-F238E27FC236}">
                <a16:creationId xmlns:a16="http://schemas.microsoft.com/office/drawing/2014/main" id="{71E7410E-C1B7-0EB3-B1D2-1059DCFE1DEF}"/>
              </a:ext>
            </a:extLst>
          </p:cNvPr>
          <p:cNvSpPr/>
          <p:nvPr/>
        </p:nvSpPr>
        <p:spPr>
          <a:xfrm>
            <a:off x="9784080" y="2121408"/>
            <a:ext cx="192024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D97706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26/05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104" name="Shape 125">
            <a:extLst>
              <a:ext uri="{FF2B5EF4-FFF2-40B4-BE49-F238E27FC236}">
                <a16:creationId xmlns:a16="http://schemas.microsoft.com/office/drawing/2014/main" id="{AC5A38D2-405E-AB9D-1324-493817B103E9}"/>
              </a:ext>
            </a:extLst>
          </p:cNvPr>
          <p:cNvSpPr/>
          <p:nvPr/>
        </p:nvSpPr>
        <p:spPr>
          <a:xfrm>
            <a:off x="6217920" y="2505456"/>
            <a:ext cx="5623559" cy="347472"/>
          </a:xfrm>
          <a:custGeom>
            <a:avLst>
              <a:gd name="f0" fmla="val 284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8FAFC"/>
          </a:solidFill>
          <a:ln w="12701" cap="flat">
            <a:solidFill>
              <a:srgbClr val="2563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5" name="Shape 126">
            <a:extLst>
              <a:ext uri="{FF2B5EF4-FFF2-40B4-BE49-F238E27FC236}">
                <a16:creationId xmlns:a16="http://schemas.microsoft.com/office/drawing/2014/main" id="{28FD510A-7AF3-C27D-0239-87C606FF6EAA}"/>
              </a:ext>
            </a:extLst>
          </p:cNvPr>
          <p:cNvSpPr/>
          <p:nvPr/>
        </p:nvSpPr>
        <p:spPr>
          <a:xfrm>
            <a:off x="6217920" y="2505456"/>
            <a:ext cx="45720" cy="347472"/>
          </a:xfrm>
          <a:prstGeom prst="rect">
            <a:avLst/>
          </a:prstGeom>
          <a:solidFill>
            <a:srgbClr val="2563EB"/>
          </a:solidFill>
          <a:ln w="12701" cap="flat">
            <a:solidFill>
              <a:srgbClr val="2563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6" name="Text 127">
            <a:extLst>
              <a:ext uri="{FF2B5EF4-FFF2-40B4-BE49-F238E27FC236}">
                <a16:creationId xmlns:a16="http://schemas.microsoft.com/office/drawing/2014/main" id="{728E56C0-7463-7E90-07BE-3CC212AD93D6}"/>
              </a:ext>
            </a:extLst>
          </p:cNvPr>
          <p:cNvSpPr/>
          <p:nvPr/>
        </p:nvSpPr>
        <p:spPr>
          <a:xfrm>
            <a:off x="6238585" y="2535146"/>
            <a:ext cx="2384627" cy="34829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 dirty="0">
                <a:solidFill>
                  <a:srgbClr val="2563EB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Refin. Técnico</a:t>
            </a:r>
            <a:endParaRPr lang="en-US" sz="9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7" name="Text 128">
            <a:extLst>
              <a:ext uri="{FF2B5EF4-FFF2-40B4-BE49-F238E27FC236}">
                <a16:creationId xmlns:a16="http://schemas.microsoft.com/office/drawing/2014/main" id="{88D797DD-4C2C-FB3E-2066-EA2FAE570779}"/>
              </a:ext>
            </a:extLst>
          </p:cNvPr>
          <p:cNvSpPr/>
          <p:nvPr/>
        </p:nvSpPr>
        <p:spPr>
          <a:xfrm>
            <a:off x="8467106" y="2505456"/>
            <a:ext cx="146304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6B728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TECH — TL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8" name="Text 129">
            <a:extLst>
              <a:ext uri="{FF2B5EF4-FFF2-40B4-BE49-F238E27FC236}">
                <a16:creationId xmlns:a16="http://schemas.microsoft.com/office/drawing/2014/main" id="{E34AAF5D-ADD2-EB59-15E3-4C5CC6588110}"/>
              </a:ext>
            </a:extLst>
          </p:cNvPr>
          <p:cNvSpPr/>
          <p:nvPr/>
        </p:nvSpPr>
        <p:spPr>
          <a:xfrm>
            <a:off x="9784080" y="2505456"/>
            <a:ext cx="192024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2563EB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01/06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109" name="Shape 130">
            <a:extLst>
              <a:ext uri="{FF2B5EF4-FFF2-40B4-BE49-F238E27FC236}">
                <a16:creationId xmlns:a16="http://schemas.microsoft.com/office/drawing/2014/main" id="{12929F5D-8024-BCE8-8A2A-9050D446037E}"/>
              </a:ext>
            </a:extLst>
          </p:cNvPr>
          <p:cNvSpPr/>
          <p:nvPr/>
        </p:nvSpPr>
        <p:spPr>
          <a:xfrm>
            <a:off x="6217920" y="2889504"/>
            <a:ext cx="5623559" cy="347472"/>
          </a:xfrm>
          <a:custGeom>
            <a:avLst>
              <a:gd name="f0" fmla="val 284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8FAFC"/>
          </a:solidFill>
          <a:ln w="12701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0" name="Shape 131">
            <a:extLst>
              <a:ext uri="{FF2B5EF4-FFF2-40B4-BE49-F238E27FC236}">
                <a16:creationId xmlns:a16="http://schemas.microsoft.com/office/drawing/2014/main" id="{1B4EBB56-5CF8-F565-A2A5-16111EA70606}"/>
              </a:ext>
            </a:extLst>
          </p:cNvPr>
          <p:cNvSpPr/>
          <p:nvPr/>
        </p:nvSpPr>
        <p:spPr>
          <a:xfrm>
            <a:off x="6217920" y="2889504"/>
            <a:ext cx="45720" cy="347472"/>
          </a:xfrm>
          <a:prstGeom prst="rect">
            <a:avLst/>
          </a:prstGeom>
          <a:solidFill>
            <a:srgbClr val="7030A0"/>
          </a:solidFill>
          <a:ln w="12701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1" name="Text 132">
            <a:extLst>
              <a:ext uri="{FF2B5EF4-FFF2-40B4-BE49-F238E27FC236}">
                <a16:creationId xmlns:a16="http://schemas.microsoft.com/office/drawing/2014/main" id="{E95700A1-A751-4BB4-FE59-592F3EBD7C1B}"/>
              </a:ext>
            </a:extLst>
          </p:cNvPr>
          <p:cNvSpPr/>
          <p:nvPr/>
        </p:nvSpPr>
        <p:spPr>
          <a:xfrm>
            <a:off x="6327648" y="2889504"/>
            <a:ext cx="182880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7030A0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Planejamento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2" name="Text 133">
            <a:extLst>
              <a:ext uri="{FF2B5EF4-FFF2-40B4-BE49-F238E27FC236}">
                <a16:creationId xmlns:a16="http://schemas.microsoft.com/office/drawing/2014/main" id="{55243CA8-8EFA-73E6-1000-175BFAA66A0C}"/>
              </a:ext>
            </a:extLst>
          </p:cNvPr>
          <p:cNvSpPr/>
          <p:nvPr/>
        </p:nvSpPr>
        <p:spPr>
          <a:xfrm>
            <a:off x="8494776" y="2889504"/>
            <a:ext cx="146304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>
                <a:solidFill>
                  <a:srgbClr val="6B7280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TECH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3" name="Text 134">
            <a:extLst>
              <a:ext uri="{FF2B5EF4-FFF2-40B4-BE49-F238E27FC236}">
                <a16:creationId xmlns:a16="http://schemas.microsoft.com/office/drawing/2014/main" id="{332B2E4D-4E89-9634-EC85-FFA1FD61D752}"/>
              </a:ext>
            </a:extLst>
          </p:cNvPr>
          <p:cNvSpPr/>
          <p:nvPr/>
        </p:nvSpPr>
        <p:spPr>
          <a:xfrm>
            <a:off x="9784080" y="2889504"/>
            <a:ext cx="192024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7030A0"/>
                </a:solidFill>
                <a:uFillTx/>
                <a:latin typeface="Montserrat"/>
                <a:ea typeface="Montserrat" pitchFamily="34"/>
                <a:cs typeface="Montserrat" pitchFamily="34"/>
              </a:rPr>
              <a:t>02/06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  <a:latin typeface="Montserrat"/>
            </a:endParaRPr>
          </a:p>
        </p:txBody>
      </p:sp>
      <p:sp>
        <p:nvSpPr>
          <p:cNvPr id="114" name="Shape 135">
            <a:extLst>
              <a:ext uri="{FF2B5EF4-FFF2-40B4-BE49-F238E27FC236}">
                <a16:creationId xmlns:a16="http://schemas.microsoft.com/office/drawing/2014/main" id="{29C12D37-0A27-F4D5-E244-8791363BE6E4}"/>
              </a:ext>
            </a:extLst>
          </p:cNvPr>
          <p:cNvSpPr/>
          <p:nvPr/>
        </p:nvSpPr>
        <p:spPr>
          <a:xfrm>
            <a:off x="6217920" y="3273552"/>
            <a:ext cx="5623559" cy="347472"/>
          </a:xfrm>
          <a:custGeom>
            <a:avLst>
              <a:gd name="f0" fmla="val 284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EE2E2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5" name="Shape 136">
            <a:extLst>
              <a:ext uri="{FF2B5EF4-FFF2-40B4-BE49-F238E27FC236}">
                <a16:creationId xmlns:a16="http://schemas.microsoft.com/office/drawing/2014/main" id="{7F2380D9-074B-61BB-BE8A-F6C719410D4C}"/>
              </a:ext>
            </a:extLst>
          </p:cNvPr>
          <p:cNvSpPr/>
          <p:nvPr/>
        </p:nvSpPr>
        <p:spPr>
          <a:xfrm>
            <a:off x="6217920" y="3273552"/>
            <a:ext cx="45720" cy="347472"/>
          </a:xfrm>
          <a:prstGeom prst="rect">
            <a:avLst/>
          </a:prstGeom>
          <a:solidFill>
            <a:srgbClr val="DC2626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6" name="Text 137">
            <a:extLst>
              <a:ext uri="{FF2B5EF4-FFF2-40B4-BE49-F238E27FC236}">
                <a16:creationId xmlns:a16="http://schemas.microsoft.com/office/drawing/2014/main" id="{4AFD9FD4-C9F1-8A54-66A0-F1261824B94B}"/>
              </a:ext>
            </a:extLst>
          </p:cNvPr>
          <p:cNvSpPr/>
          <p:nvPr/>
        </p:nvSpPr>
        <p:spPr>
          <a:xfrm>
            <a:off x="6327648" y="3273552"/>
            <a:ext cx="182880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DC2626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Teste em Prod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7" name="Text 138">
            <a:extLst>
              <a:ext uri="{FF2B5EF4-FFF2-40B4-BE49-F238E27FC236}">
                <a16:creationId xmlns:a16="http://schemas.microsoft.com/office/drawing/2014/main" id="{0811E77E-D68E-563F-4481-5E31DABB3C39}"/>
              </a:ext>
            </a:extLst>
          </p:cNvPr>
          <p:cNvSpPr/>
          <p:nvPr/>
        </p:nvSpPr>
        <p:spPr>
          <a:xfrm>
            <a:off x="8229600" y="3273552"/>
            <a:ext cx="146304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6B7280"/>
              </a:solidFill>
              <a:uFillTx/>
              <a:latin typeface="Century Gothic"/>
            </a:endParaRPr>
          </a:p>
        </p:txBody>
      </p:sp>
      <p:sp>
        <p:nvSpPr>
          <p:cNvPr id="118" name="Text 139">
            <a:extLst>
              <a:ext uri="{FF2B5EF4-FFF2-40B4-BE49-F238E27FC236}">
                <a16:creationId xmlns:a16="http://schemas.microsoft.com/office/drawing/2014/main" id="{214F55DB-534D-CF83-A252-A8935A2E6696}"/>
              </a:ext>
            </a:extLst>
          </p:cNvPr>
          <p:cNvSpPr/>
          <p:nvPr/>
        </p:nvSpPr>
        <p:spPr>
          <a:xfrm>
            <a:off x="9784080" y="3273552"/>
            <a:ext cx="192024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00" b="1" i="0" u="none" strike="noStrike" kern="1200" cap="none" spc="0" baseline="0">
              <a:solidFill>
                <a:srgbClr val="DC2626"/>
              </a:solidFill>
              <a:uFillTx/>
              <a:latin typeface="Montserrat"/>
            </a:endParaRPr>
          </a:p>
        </p:txBody>
      </p:sp>
      <p:sp>
        <p:nvSpPr>
          <p:cNvPr id="119" name="Text 140">
            <a:extLst>
              <a:ext uri="{FF2B5EF4-FFF2-40B4-BE49-F238E27FC236}">
                <a16:creationId xmlns:a16="http://schemas.microsoft.com/office/drawing/2014/main" id="{27D0AC2B-53F5-BC9A-407E-53E296AC15D3}"/>
              </a:ext>
            </a:extLst>
          </p:cNvPr>
          <p:cNvSpPr/>
          <p:nvPr/>
        </p:nvSpPr>
        <p:spPr>
          <a:xfrm>
            <a:off x="6217920" y="3785615"/>
            <a:ext cx="5623559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E2761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✅  DOD — Definition of Done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0" name="Shape 141">
            <a:extLst>
              <a:ext uri="{FF2B5EF4-FFF2-40B4-BE49-F238E27FC236}">
                <a16:creationId xmlns:a16="http://schemas.microsoft.com/office/drawing/2014/main" id="{29DE4C86-3520-BC85-A59F-E127AB24DD9C}"/>
              </a:ext>
            </a:extLst>
          </p:cNvPr>
          <p:cNvSpPr/>
          <p:nvPr/>
        </p:nvSpPr>
        <p:spPr>
          <a:xfrm>
            <a:off x="6217920" y="4059936"/>
            <a:ext cx="5623559" cy="2377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000" dirty="0">
                <a:solidFill>
                  <a:srgbClr val="000000"/>
                </a:solidFill>
                <a:latin typeface="Calibri"/>
              </a:rPr>
              <a:t xml:space="preserve">         Ajustes LP Virgínia</a:t>
            </a:r>
            <a:endParaRPr lang="pt-BR" sz="10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1" name="Shape 142">
            <a:extLst>
              <a:ext uri="{FF2B5EF4-FFF2-40B4-BE49-F238E27FC236}">
                <a16:creationId xmlns:a16="http://schemas.microsoft.com/office/drawing/2014/main" id="{AA9025CF-4213-7928-F012-6F6437AAE8BA}"/>
              </a:ext>
            </a:extLst>
          </p:cNvPr>
          <p:cNvSpPr/>
          <p:nvPr/>
        </p:nvSpPr>
        <p:spPr>
          <a:xfrm>
            <a:off x="6291072" y="4105656"/>
            <a:ext cx="164592" cy="146304"/>
          </a:xfrm>
          <a:custGeom>
            <a:avLst>
              <a:gd name="f0" fmla="val 405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59669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2" name="Text 143">
            <a:extLst>
              <a:ext uri="{FF2B5EF4-FFF2-40B4-BE49-F238E27FC236}">
                <a16:creationId xmlns:a16="http://schemas.microsoft.com/office/drawing/2014/main" id="{F303CB0E-ADE6-2644-A630-97AC291C18B9}"/>
              </a:ext>
            </a:extLst>
          </p:cNvPr>
          <p:cNvSpPr/>
          <p:nvPr/>
        </p:nvSpPr>
        <p:spPr>
          <a:xfrm>
            <a:off x="6291072" y="4105656"/>
            <a:ext cx="164592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✓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3" name="Text 144">
            <a:extLst>
              <a:ext uri="{FF2B5EF4-FFF2-40B4-BE49-F238E27FC236}">
                <a16:creationId xmlns:a16="http://schemas.microsoft.com/office/drawing/2014/main" id="{20AAAFA2-9A33-F880-1970-21224475ABED}"/>
              </a:ext>
            </a:extLst>
          </p:cNvPr>
          <p:cNvSpPr/>
          <p:nvPr/>
        </p:nvSpPr>
        <p:spPr>
          <a:xfrm>
            <a:off x="6510527" y="4059936"/>
            <a:ext cx="5285232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FF0000"/>
              </a:solidFill>
              <a:uFillTx/>
              <a:latin typeface="Century Gothic"/>
            </a:endParaRPr>
          </a:p>
        </p:txBody>
      </p:sp>
      <p:sp>
        <p:nvSpPr>
          <p:cNvPr id="124" name="Shape 145">
            <a:extLst>
              <a:ext uri="{FF2B5EF4-FFF2-40B4-BE49-F238E27FC236}">
                <a16:creationId xmlns:a16="http://schemas.microsoft.com/office/drawing/2014/main" id="{FFC9FB0C-893D-A3DE-68C2-AE079DA06F8E}"/>
              </a:ext>
            </a:extLst>
          </p:cNvPr>
          <p:cNvSpPr/>
          <p:nvPr/>
        </p:nvSpPr>
        <p:spPr>
          <a:xfrm>
            <a:off x="6217920" y="4315968"/>
            <a:ext cx="5623559" cy="237744"/>
          </a:xfrm>
          <a:prstGeom prst="rect">
            <a:avLst/>
          </a:prstGeom>
          <a:solidFill>
            <a:srgbClr val="F3F4F6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0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 xml:space="preserve">         Adaptação da home Virgínia</a:t>
            </a:r>
          </a:p>
        </p:txBody>
      </p:sp>
      <p:sp>
        <p:nvSpPr>
          <p:cNvPr id="125" name="Shape 146">
            <a:extLst>
              <a:ext uri="{FF2B5EF4-FFF2-40B4-BE49-F238E27FC236}">
                <a16:creationId xmlns:a16="http://schemas.microsoft.com/office/drawing/2014/main" id="{E830ED4F-6D2C-4C2D-7D21-AD32F6D1A834}"/>
              </a:ext>
            </a:extLst>
          </p:cNvPr>
          <p:cNvSpPr/>
          <p:nvPr/>
        </p:nvSpPr>
        <p:spPr>
          <a:xfrm>
            <a:off x="6291072" y="4361688"/>
            <a:ext cx="164592" cy="146304"/>
          </a:xfrm>
          <a:custGeom>
            <a:avLst>
              <a:gd name="f0" fmla="val 405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59669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6" name="Text 147">
            <a:extLst>
              <a:ext uri="{FF2B5EF4-FFF2-40B4-BE49-F238E27FC236}">
                <a16:creationId xmlns:a16="http://schemas.microsoft.com/office/drawing/2014/main" id="{55CBC4DE-FBBB-CBFB-8B9F-3DE3E4653BE3}"/>
              </a:ext>
            </a:extLst>
          </p:cNvPr>
          <p:cNvSpPr/>
          <p:nvPr/>
        </p:nvSpPr>
        <p:spPr>
          <a:xfrm>
            <a:off x="6291072" y="4361688"/>
            <a:ext cx="164592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✓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7" name="Text 148">
            <a:extLst>
              <a:ext uri="{FF2B5EF4-FFF2-40B4-BE49-F238E27FC236}">
                <a16:creationId xmlns:a16="http://schemas.microsoft.com/office/drawing/2014/main" id="{5F9C5AC3-0856-6983-B9E3-C2DBA02DFF8E}"/>
              </a:ext>
            </a:extLst>
          </p:cNvPr>
          <p:cNvSpPr/>
          <p:nvPr/>
        </p:nvSpPr>
        <p:spPr>
          <a:xfrm>
            <a:off x="6510527" y="4315968"/>
            <a:ext cx="5285232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374151"/>
              </a:solidFill>
              <a:uFillTx/>
              <a:latin typeface="Century Gothic"/>
            </a:endParaRPr>
          </a:p>
        </p:txBody>
      </p:sp>
      <p:sp>
        <p:nvSpPr>
          <p:cNvPr id="128" name="Shape 149">
            <a:extLst>
              <a:ext uri="{FF2B5EF4-FFF2-40B4-BE49-F238E27FC236}">
                <a16:creationId xmlns:a16="http://schemas.microsoft.com/office/drawing/2014/main" id="{14CAC774-9456-E5F4-517B-E04222F250EA}"/>
              </a:ext>
            </a:extLst>
          </p:cNvPr>
          <p:cNvSpPr/>
          <p:nvPr/>
        </p:nvSpPr>
        <p:spPr>
          <a:xfrm>
            <a:off x="6217920" y="4572000"/>
            <a:ext cx="5623559" cy="2377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000" dirty="0">
                <a:solidFill>
                  <a:srgbClr val="000000"/>
                </a:solidFill>
                <a:latin typeface="Calibri"/>
              </a:rPr>
              <a:t xml:space="preserve">         </a:t>
            </a:r>
            <a:r>
              <a:rPr lang="pt-BR" sz="1000" dirty="0" err="1">
                <a:solidFill>
                  <a:srgbClr val="000000"/>
                </a:solidFill>
                <a:latin typeface="Calibri"/>
              </a:rPr>
              <a:t>Mock</a:t>
            </a:r>
            <a:r>
              <a:rPr lang="pt-BR" sz="1000" dirty="0">
                <a:solidFill>
                  <a:srgbClr val="000000"/>
                </a:solidFill>
                <a:latin typeface="Calibri"/>
              </a:rPr>
              <a:t xml:space="preserve"> de Login – </a:t>
            </a:r>
            <a:r>
              <a:rPr lang="pt-BR" sz="1000" dirty="0" err="1">
                <a:solidFill>
                  <a:srgbClr val="000000"/>
                </a:solidFill>
                <a:latin typeface="Calibri"/>
              </a:rPr>
              <a:t>Dev</a:t>
            </a:r>
            <a:r>
              <a:rPr lang="pt-BR" sz="1000" dirty="0">
                <a:solidFill>
                  <a:srgbClr val="000000"/>
                </a:solidFill>
                <a:latin typeface="Calibri"/>
              </a:rPr>
              <a:t>/HML</a:t>
            </a:r>
            <a:endParaRPr lang="pt-BR" sz="10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9" name="Shape 150">
            <a:extLst>
              <a:ext uri="{FF2B5EF4-FFF2-40B4-BE49-F238E27FC236}">
                <a16:creationId xmlns:a16="http://schemas.microsoft.com/office/drawing/2014/main" id="{A06B21AD-7688-713B-E290-E32BD591804B}"/>
              </a:ext>
            </a:extLst>
          </p:cNvPr>
          <p:cNvSpPr/>
          <p:nvPr/>
        </p:nvSpPr>
        <p:spPr>
          <a:xfrm>
            <a:off x="6291072" y="4617720"/>
            <a:ext cx="164592" cy="146304"/>
          </a:xfrm>
          <a:custGeom>
            <a:avLst>
              <a:gd name="f0" fmla="val 405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59669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0" name="Text 151">
            <a:extLst>
              <a:ext uri="{FF2B5EF4-FFF2-40B4-BE49-F238E27FC236}">
                <a16:creationId xmlns:a16="http://schemas.microsoft.com/office/drawing/2014/main" id="{95F229D1-42A3-54C6-BBE8-0760F1E5B75D}"/>
              </a:ext>
            </a:extLst>
          </p:cNvPr>
          <p:cNvSpPr/>
          <p:nvPr/>
        </p:nvSpPr>
        <p:spPr>
          <a:xfrm>
            <a:off x="6291072" y="4617720"/>
            <a:ext cx="164592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✓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1" name="Text 152">
            <a:extLst>
              <a:ext uri="{FF2B5EF4-FFF2-40B4-BE49-F238E27FC236}">
                <a16:creationId xmlns:a16="http://schemas.microsoft.com/office/drawing/2014/main" id="{7D8B0004-A42A-2463-B5E7-37A9930B0C66}"/>
              </a:ext>
            </a:extLst>
          </p:cNvPr>
          <p:cNvSpPr/>
          <p:nvPr/>
        </p:nvSpPr>
        <p:spPr>
          <a:xfrm>
            <a:off x="6510527" y="4572000"/>
            <a:ext cx="5285232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FF0000"/>
              </a:solidFill>
              <a:uFillTx/>
              <a:latin typeface="Century Gothic"/>
              <a:ea typeface="Calibri"/>
              <a:cs typeface="Calibri"/>
            </a:endParaRPr>
          </a:p>
        </p:txBody>
      </p:sp>
      <p:sp>
        <p:nvSpPr>
          <p:cNvPr id="132" name="Shape 153">
            <a:extLst>
              <a:ext uri="{FF2B5EF4-FFF2-40B4-BE49-F238E27FC236}">
                <a16:creationId xmlns:a16="http://schemas.microsoft.com/office/drawing/2014/main" id="{50353CA8-8D7F-0C94-FE3D-AA400934B2CE}"/>
              </a:ext>
            </a:extLst>
          </p:cNvPr>
          <p:cNvSpPr/>
          <p:nvPr/>
        </p:nvSpPr>
        <p:spPr>
          <a:xfrm>
            <a:off x="6217920" y="4828032"/>
            <a:ext cx="5623559" cy="237744"/>
          </a:xfrm>
          <a:prstGeom prst="rect">
            <a:avLst/>
          </a:prstGeom>
          <a:solidFill>
            <a:srgbClr val="F3F4F6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0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 xml:space="preserve">         Análise de Logs do </a:t>
            </a:r>
            <a:r>
              <a:rPr lang="pt-BR" sz="10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Instana</a:t>
            </a:r>
            <a:endParaRPr lang="pt-BR" sz="10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3" name="Shape 154">
            <a:extLst>
              <a:ext uri="{FF2B5EF4-FFF2-40B4-BE49-F238E27FC236}">
                <a16:creationId xmlns:a16="http://schemas.microsoft.com/office/drawing/2014/main" id="{61E66A6F-BB88-A9AE-55E3-BB5923B14FD1}"/>
              </a:ext>
            </a:extLst>
          </p:cNvPr>
          <p:cNvSpPr/>
          <p:nvPr/>
        </p:nvSpPr>
        <p:spPr>
          <a:xfrm>
            <a:off x="6291072" y="4873752"/>
            <a:ext cx="164592" cy="146304"/>
          </a:xfrm>
          <a:custGeom>
            <a:avLst>
              <a:gd name="f0" fmla="val 405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59669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4" name="Text 155">
            <a:extLst>
              <a:ext uri="{FF2B5EF4-FFF2-40B4-BE49-F238E27FC236}">
                <a16:creationId xmlns:a16="http://schemas.microsoft.com/office/drawing/2014/main" id="{799EBD44-3438-38EE-FEAD-CF19C2A6357B}"/>
              </a:ext>
            </a:extLst>
          </p:cNvPr>
          <p:cNvSpPr/>
          <p:nvPr/>
        </p:nvSpPr>
        <p:spPr>
          <a:xfrm>
            <a:off x="6291072" y="4873752"/>
            <a:ext cx="164592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✓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5" name="Text 156">
            <a:extLst>
              <a:ext uri="{FF2B5EF4-FFF2-40B4-BE49-F238E27FC236}">
                <a16:creationId xmlns:a16="http://schemas.microsoft.com/office/drawing/2014/main" id="{D4A38587-1C42-6E9C-E955-A88A4ACCF6FF}"/>
              </a:ext>
            </a:extLst>
          </p:cNvPr>
          <p:cNvSpPr/>
          <p:nvPr/>
        </p:nvSpPr>
        <p:spPr>
          <a:xfrm>
            <a:off x="6510527" y="4828032"/>
            <a:ext cx="5285232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374151"/>
              </a:solidFill>
              <a:uFillTx/>
              <a:latin typeface="Century Gothic"/>
            </a:endParaRPr>
          </a:p>
        </p:txBody>
      </p:sp>
      <p:sp>
        <p:nvSpPr>
          <p:cNvPr id="136" name="Shape 157">
            <a:extLst>
              <a:ext uri="{FF2B5EF4-FFF2-40B4-BE49-F238E27FC236}">
                <a16:creationId xmlns:a16="http://schemas.microsoft.com/office/drawing/2014/main" id="{480D31F5-0C4A-CC41-47D9-C2D3C3CF767F}"/>
              </a:ext>
            </a:extLst>
          </p:cNvPr>
          <p:cNvSpPr/>
          <p:nvPr/>
        </p:nvSpPr>
        <p:spPr>
          <a:xfrm>
            <a:off x="6217920" y="5084064"/>
            <a:ext cx="5623559" cy="23774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0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 xml:space="preserve">         Teste de Performance</a:t>
            </a:r>
          </a:p>
        </p:txBody>
      </p:sp>
      <p:sp>
        <p:nvSpPr>
          <p:cNvPr id="137" name="Shape 158">
            <a:extLst>
              <a:ext uri="{FF2B5EF4-FFF2-40B4-BE49-F238E27FC236}">
                <a16:creationId xmlns:a16="http://schemas.microsoft.com/office/drawing/2014/main" id="{0A9898AF-2F7E-3F4E-7565-2E904B93711E}"/>
              </a:ext>
            </a:extLst>
          </p:cNvPr>
          <p:cNvSpPr/>
          <p:nvPr/>
        </p:nvSpPr>
        <p:spPr>
          <a:xfrm>
            <a:off x="6291072" y="5129783"/>
            <a:ext cx="164592" cy="146304"/>
          </a:xfrm>
          <a:custGeom>
            <a:avLst>
              <a:gd name="f0" fmla="val 405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59669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8" name="Text 159">
            <a:extLst>
              <a:ext uri="{FF2B5EF4-FFF2-40B4-BE49-F238E27FC236}">
                <a16:creationId xmlns:a16="http://schemas.microsoft.com/office/drawing/2014/main" id="{201414E4-E3E1-3660-73D2-42186A85685B}"/>
              </a:ext>
            </a:extLst>
          </p:cNvPr>
          <p:cNvSpPr/>
          <p:nvPr/>
        </p:nvSpPr>
        <p:spPr>
          <a:xfrm>
            <a:off x="6291072" y="5129783"/>
            <a:ext cx="164592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✓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9" name="Text 160">
            <a:extLst>
              <a:ext uri="{FF2B5EF4-FFF2-40B4-BE49-F238E27FC236}">
                <a16:creationId xmlns:a16="http://schemas.microsoft.com/office/drawing/2014/main" id="{E863D35A-6A3E-A39B-68A1-0EB285B8AA66}"/>
              </a:ext>
            </a:extLst>
          </p:cNvPr>
          <p:cNvSpPr/>
          <p:nvPr/>
        </p:nvSpPr>
        <p:spPr>
          <a:xfrm>
            <a:off x="6510527" y="5084064"/>
            <a:ext cx="5285232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374151"/>
              </a:solidFill>
              <a:uFillTx/>
              <a:latin typeface="Century Gothic"/>
            </a:endParaRPr>
          </a:p>
        </p:txBody>
      </p:sp>
      <p:sp>
        <p:nvSpPr>
          <p:cNvPr id="140" name="Shape 161">
            <a:extLst>
              <a:ext uri="{FF2B5EF4-FFF2-40B4-BE49-F238E27FC236}">
                <a16:creationId xmlns:a16="http://schemas.microsoft.com/office/drawing/2014/main" id="{8B35B9B3-05EA-02BA-6288-E6AEC560B427}"/>
              </a:ext>
            </a:extLst>
          </p:cNvPr>
          <p:cNvSpPr/>
          <p:nvPr/>
        </p:nvSpPr>
        <p:spPr>
          <a:xfrm>
            <a:off x="6217920" y="5340096"/>
            <a:ext cx="5623559" cy="237744"/>
          </a:xfrm>
          <a:prstGeom prst="rect">
            <a:avLst/>
          </a:prstGeom>
          <a:solidFill>
            <a:srgbClr val="F3F4F6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0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 xml:space="preserve">          Bugs de cadastro, login e </a:t>
            </a:r>
            <a:r>
              <a:rPr lang="pt-BR" sz="10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redirect</a:t>
            </a:r>
            <a:r>
              <a:rPr lang="pt-BR" sz="10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 xml:space="preserve"> – Virgínia (3 Bugs)</a:t>
            </a:r>
          </a:p>
        </p:txBody>
      </p:sp>
      <p:sp>
        <p:nvSpPr>
          <p:cNvPr id="141" name="Shape 162">
            <a:extLst>
              <a:ext uri="{FF2B5EF4-FFF2-40B4-BE49-F238E27FC236}">
                <a16:creationId xmlns:a16="http://schemas.microsoft.com/office/drawing/2014/main" id="{C38D1FE0-B8E0-F04A-E6FA-A862129A8F2A}"/>
              </a:ext>
            </a:extLst>
          </p:cNvPr>
          <p:cNvSpPr/>
          <p:nvPr/>
        </p:nvSpPr>
        <p:spPr>
          <a:xfrm>
            <a:off x="6291072" y="5385816"/>
            <a:ext cx="164592" cy="146304"/>
          </a:xfrm>
          <a:custGeom>
            <a:avLst>
              <a:gd name="f0" fmla="val 405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59669"/>
          </a:solidFill>
          <a:ln w="12701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2" name="Text 163">
            <a:extLst>
              <a:ext uri="{FF2B5EF4-FFF2-40B4-BE49-F238E27FC236}">
                <a16:creationId xmlns:a16="http://schemas.microsoft.com/office/drawing/2014/main" id="{C37A8F30-047D-D391-AE9C-36D9A135E39E}"/>
              </a:ext>
            </a:extLst>
          </p:cNvPr>
          <p:cNvSpPr/>
          <p:nvPr/>
        </p:nvSpPr>
        <p:spPr>
          <a:xfrm>
            <a:off x="6291072" y="5385816"/>
            <a:ext cx="164592" cy="14630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1" i="0" u="none" strike="noStrike" kern="1200" cap="none" spc="0" baseline="0">
                <a:solidFill>
                  <a:srgbClr val="FFFFFF"/>
                </a:solidFill>
                <a:uFillTx/>
                <a:latin typeface="Montserrat" pitchFamily="34"/>
                <a:ea typeface="Montserrat" pitchFamily="34"/>
                <a:cs typeface="Montserrat" pitchFamily="34"/>
              </a:rPr>
              <a:t>✓</a:t>
            </a:r>
            <a:endParaRPr lang="en-US" sz="8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3" name="Text 164">
            <a:extLst>
              <a:ext uri="{FF2B5EF4-FFF2-40B4-BE49-F238E27FC236}">
                <a16:creationId xmlns:a16="http://schemas.microsoft.com/office/drawing/2014/main" id="{0E16A1D0-876E-8379-D903-8681072A2495}"/>
              </a:ext>
            </a:extLst>
          </p:cNvPr>
          <p:cNvSpPr/>
          <p:nvPr/>
        </p:nvSpPr>
        <p:spPr>
          <a:xfrm>
            <a:off x="6510527" y="5340096"/>
            <a:ext cx="5285232" cy="2377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50" b="0" i="0" u="none" strike="noStrike" kern="1200" cap="none" spc="0" baseline="0">
              <a:solidFill>
                <a:srgbClr val="374151"/>
              </a:solidFill>
              <a:uFillTx/>
              <a:latin typeface="Century Gothic"/>
            </a:endParaRPr>
          </a:p>
        </p:txBody>
      </p:sp>
      <p:sp>
        <p:nvSpPr>
          <p:cNvPr id="144" name="Shape 165">
            <a:extLst>
              <a:ext uri="{FF2B5EF4-FFF2-40B4-BE49-F238E27FC236}">
                <a16:creationId xmlns:a16="http://schemas.microsoft.com/office/drawing/2014/main" id="{304B7625-8878-7291-76D9-5A44DC4E8AAC}"/>
              </a:ext>
            </a:extLst>
          </p:cNvPr>
          <p:cNvSpPr/>
          <p:nvPr/>
        </p:nvSpPr>
        <p:spPr>
          <a:xfrm>
            <a:off x="0" y="5961888"/>
            <a:ext cx="12188952" cy="27432"/>
          </a:xfrm>
          <a:prstGeom prst="rect">
            <a:avLst/>
          </a:prstGeom>
          <a:solidFill>
            <a:srgbClr val="E5E7EB"/>
          </a:solidFill>
          <a:ln w="12701" cap="flat">
            <a:solidFill>
              <a:srgbClr val="E5E7E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5" name="Shape 166">
            <a:extLst>
              <a:ext uri="{FF2B5EF4-FFF2-40B4-BE49-F238E27FC236}">
                <a16:creationId xmlns:a16="http://schemas.microsoft.com/office/drawing/2014/main" id="{ECF9324A-4A80-B9F8-6805-A6BCB0A0464B}"/>
              </a:ext>
            </a:extLst>
          </p:cNvPr>
          <p:cNvSpPr/>
          <p:nvPr/>
        </p:nvSpPr>
        <p:spPr>
          <a:xfrm>
            <a:off x="320040" y="6016752"/>
            <a:ext cx="11521440" cy="201168"/>
          </a:xfrm>
          <a:custGeom>
            <a:avLst>
              <a:gd name="f0" fmla="val 392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EE2E2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6" name="Shape 167">
            <a:extLst>
              <a:ext uri="{FF2B5EF4-FFF2-40B4-BE49-F238E27FC236}">
                <a16:creationId xmlns:a16="http://schemas.microsoft.com/office/drawing/2014/main" id="{4FEDDDF7-6959-E36A-6381-D49F7FCBEC84}"/>
              </a:ext>
            </a:extLst>
          </p:cNvPr>
          <p:cNvSpPr/>
          <p:nvPr/>
        </p:nvSpPr>
        <p:spPr>
          <a:xfrm>
            <a:off x="320040" y="6016752"/>
            <a:ext cx="45720" cy="201168"/>
          </a:xfrm>
          <a:prstGeom prst="rect">
            <a:avLst/>
          </a:prstGeom>
          <a:solidFill>
            <a:srgbClr val="DC2626"/>
          </a:solidFill>
          <a:ln w="12701" cap="flat">
            <a:solidFill>
              <a:srgbClr val="DC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7" name="Text 168">
            <a:extLst>
              <a:ext uri="{FF2B5EF4-FFF2-40B4-BE49-F238E27FC236}">
                <a16:creationId xmlns:a16="http://schemas.microsoft.com/office/drawing/2014/main" id="{F141F659-AA30-ACB7-AA1E-5424E373B2A5}"/>
              </a:ext>
            </a:extLst>
          </p:cNvPr>
          <p:cNvSpPr/>
          <p:nvPr/>
        </p:nvSpPr>
        <p:spPr>
          <a:xfrm>
            <a:off x="438912" y="6016752"/>
            <a:ext cx="1133856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991B1B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⚠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8" name="Shape 169">
            <a:extLst>
              <a:ext uri="{FF2B5EF4-FFF2-40B4-BE49-F238E27FC236}">
                <a16:creationId xmlns:a16="http://schemas.microsoft.com/office/drawing/2014/main" id="{81204322-3367-56A0-1826-39843476C6BC}"/>
              </a:ext>
            </a:extLst>
          </p:cNvPr>
          <p:cNvSpPr/>
          <p:nvPr/>
        </p:nvSpPr>
        <p:spPr>
          <a:xfrm>
            <a:off x="320040" y="6254496"/>
            <a:ext cx="11521440" cy="201168"/>
          </a:xfrm>
          <a:custGeom>
            <a:avLst>
              <a:gd name="f0" fmla="val 392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7ED"/>
          </a:solidFill>
          <a:ln w="12701" cap="flat">
            <a:solidFill>
              <a:srgbClr val="EA580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9" name="Shape 170">
            <a:extLst>
              <a:ext uri="{FF2B5EF4-FFF2-40B4-BE49-F238E27FC236}">
                <a16:creationId xmlns:a16="http://schemas.microsoft.com/office/drawing/2014/main" id="{DCE76643-49E3-1828-9306-3CB620F2B97E}"/>
              </a:ext>
            </a:extLst>
          </p:cNvPr>
          <p:cNvSpPr/>
          <p:nvPr/>
        </p:nvSpPr>
        <p:spPr>
          <a:xfrm>
            <a:off x="320040" y="6254496"/>
            <a:ext cx="45720" cy="201168"/>
          </a:xfrm>
          <a:prstGeom prst="rect">
            <a:avLst/>
          </a:prstGeom>
          <a:solidFill>
            <a:srgbClr val="EA580C"/>
          </a:solidFill>
          <a:ln w="12701" cap="flat">
            <a:solidFill>
              <a:srgbClr val="EA580C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0" name="Text 171">
            <a:extLst>
              <a:ext uri="{FF2B5EF4-FFF2-40B4-BE49-F238E27FC236}">
                <a16:creationId xmlns:a16="http://schemas.microsoft.com/office/drawing/2014/main" id="{6EB3E750-5DA4-9F31-CA98-6AA1D0D927AC}"/>
              </a:ext>
            </a:extLst>
          </p:cNvPr>
          <p:cNvSpPr/>
          <p:nvPr/>
        </p:nvSpPr>
        <p:spPr>
          <a:xfrm>
            <a:off x="438912" y="6254496"/>
            <a:ext cx="1133856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92400E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↪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1" name="Shape 172">
            <a:extLst>
              <a:ext uri="{FF2B5EF4-FFF2-40B4-BE49-F238E27FC236}">
                <a16:creationId xmlns:a16="http://schemas.microsoft.com/office/drawing/2014/main" id="{1F33D027-0265-7C8B-BDE0-2DE45ACC8164}"/>
              </a:ext>
            </a:extLst>
          </p:cNvPr>
          <p:cNvSpPr/>
          <p:nvPr/>
        </p:nvSpPr>
        <p:spPr>
          <a:xfrm>
            <a:off x="320040" y="6492240"/>
            <a:ext cx="11521440" cy="201168"/>
          </a:xfrm>
          <a:custGeom>
            <a:avLst>
              <a:gd name="f0" fmla="val 392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E9FE"/>
          </a:solidFill>
          <a:ln w="12701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2" name="Shape 173">
            <a:extLst>
              <a:ext uri="{FF2B5EF4-FFF2-40B4-BE49-F238E27FC236}">
                <a16:creationId xmlns:a16="http://schemas.microsoft.com/office/drawing/2014/main" id="{E2D24732-A5A9-C7B3-7344-595B5A195AFC}"/>
              </a:ext>
            </a:extLst>
          </p:cNvPr>
          <p:cNvSpPr/>
          <p:nvPr/>
        </p:nvSpPr>
        <p:spPr>
          <a:xfrm>
            <a:off x="320040" y="6492240"/>
            <a:ext cx="45720" cy="201168"/>
          </a:xfrm>
          <a:prstGeom prst="rect">
            <a:avLst/>
          </a:prstGeom>
          <a:solidFill>
            <a:srgbClr val="7030A0"/>
          </a:solidFill>
          <a:ln w="12701" cap="flat">
            <a:solidFill>
              <a:srgbClr val="7030A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3" name="Text 174">
            <a:extLst>
              <a:ext uri="{FF2B5EF4-FFF2-40B4-BE49-F238E27FC236}">
                <a16:creationId xmlns:a16="http://schemas.microsoft.com/office/drawing/2014/main" id="{A9308E4B-4224-4529-263A-2F829EBFC08B}"/>
              </a:ext>
            </a:extLst>
          </p:cNvPr>
          <p:cNvSpPr/>
          <p:nvPr/>
        </p:nvSpPr>
        <p:spPr>
          <a:xfrm>
            <a:off x="438912" y="6492240"/>
            <a:ext cx="1133856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50" b="0" i="0" u="none" strike="noStrike" kern="1200" cap="none" spc="0" baseline="0" dirty="0">
                <a:solidFill>
                  <a:srgbClr val="5B21B6"/>
                </a:solidFill>
                <a:uFillTx/>
                <a:latin typeface="Century Gothic" pitchFamily="34"/>
                <a:ea typeface="Century Gothic" pitchFamily="34"/>
                <a:cs typeface="Century Gothic" pitchFamily="34"/>
              </a:rPr>
              <a:t>📬</a:t>
            </a:r>
            <a:endParaRPr lang="en-US" sz="8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6094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3323</Words>
  <Application>Microsoft Office PowerPoint</Application>
  <PresentationFormat>Widescreen</PresentationFormat>
  <Paragraphs>1181</Paragraphs>
  <Slides>28</Slides>
  <Notes>22</Notes>
  <HiddenSlides>7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6" baseType="lpstr">
      <vt:lpstr>Aptos</vt:lpstr>
      <vt:lpstr>Arial</vt:lpstr>
      <vt:lpstr>Arial Black</vt:lpstr>
      <vt:lpstr>Calibri</vt:lpstr>
      <vt:lpstr>Century Gothic</vt:lpstr>
      <vt:lpstr>Montserrat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Raio X da Sprint – Familhão</dc:title>
  <dc:subject>PptxGenJS Presentation</dc:subject>
  <dc:creator>PptxGenJS</dc:creator>
  <cp:lastModifiedBy>Patricia Paquim Pereira</cp:lastModifiedBy>
  <cp:revision>83</cp:revision>
  <dcterms:created xsi:type="dcterms:W3CDTF">2026-04-23T20:21:38Z</dcterms:created>
  <dcterms:modified xsi:type="dcterms:W3CDTF">2026-06-21T19:45:05Z</dcterms:modified>
</cp:coreProperties>
</file>